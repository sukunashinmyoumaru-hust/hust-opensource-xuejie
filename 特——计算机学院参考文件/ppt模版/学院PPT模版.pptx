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61" r:id="rId4"/>
    <p:sldId id="260" r:id="rId5"/>
    <p:sldId id="257" r:id="rId6"/>
    <p:sldId id="258" r:id="rId7"/>
    <p:sldId id="259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431"/>
    <a:srgbClr val="065980"/>
    <a:srgbClr val="244B61"/>
    <a:srgbClr val="23978B"/>
    <a:srgbClr val="E9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4683"/>
  </p:normalViewPr>
  <p:slideViewPr>
    <p:cSldViewPr snapToGrid="0" snapToObjects="1">
      <p:cViewPr>
        <p:scale>
          <a:sx n="75" d="100"/>
          <a:sy n="75" d="100"/>
        </p:scale>
        <p:origin x="104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91663"/>
          <c:y val="0.0391639"/>
          <c:w val="0.403337"/>
          <c:h val="0.8915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173469120"/>
        <c:axId val="1173653856"/>
      </c:barChart>
      <c:catAx>
        <c:axId val="117346912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1173653856"/>
        <c:crosses val="autoZero"/>
        <c:auto val="1"/>
        <c:lblAlgn val="ctr"/>
        <c:lblOffset val="100"/>
        <c:noMultiLvlLbl val="1"/>
      </c:catAx>
      <c:valAx>
        <c:axId val="1173653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</a:p>
        </c:txPr>
        <c:crossAx val="1173469120"/>
        <c:crosses val="autoZero"/>
        <c:crossBetween val="between"/>
        <c:majorUnit val="25"/>
        <c:minorUnit val="12.5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1151778393199"/>
          <c:y val="0.926698605510156"/>
          <c:w val="0.207225414783187"/>
          <c:h val="0.07330139448984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3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89352-7C6D-AE46-B3D1-3043903F085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45CFF-F689-594A-ABD3-6ED0736D5C7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CCF1B-7B1A-C644-B031-CDCF7AE9481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E7B76-6D4A-D043-9FCE-C1FDFE2F9D3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52399" y="0"/>
            <a:ext cx="12344400" cy="6857999"/>
          </a:xfrm>
          <a:prstGeom prst="rect">
            <a:avLst/>
          </a:prstGeom>
          <a:solidFill>
            <a:srgbClr val="E9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 descr="图片 1 拷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" y="238760"/>
            <a:ext cx="12382500" cy="6619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5520" y="2052955"/>
            <a:ext cx="10068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7200" b="1" dirty="0">
                <a:solidFill>
                  <a:srgbClr val="244B61"/>
                </a:solidFill>
                <a:latin typeface="微软雅黑" charset="-122"/>
                <a:ea typeface="微软雅黑" charset="-122"/>
                <a:cs typeface="微软雅黑" charset="-122"/>
              </a:rPr>
              <a:t>计算机学院汇报</a:t>
            </a:r>
            <a:r>
              <a:rPr kumimoji="1" lang="en-US" altLang="zh-CN" sz="7200" b="1" dirty="0">
                <a:solidFill>
                  <a:srgbClr val="244B61"/>
                </a:solidFill>
                <a:latin typeface="微软雅黑" charset="-122"/>
                <a:ea typeface="微软雅黑" charset="-122"/>
                <a:cs typeface="微软雅黑" charset="-122"/>
              </a:rPr>
              <a:t>PPT</a:t>
            </a:r>
            <a:endParaRPr kumimoji="1" lang="en-US" altLang="zh-CN" sz="7200" b="1" dirty="0">
              <a:solidFill>
                <a:srgbClr val="244B6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382362"/>
            <a:ext cx="1964267" cy="618074"/>
          </a:xfrm>
          <a:prstGeom prst="rect">
            <a:avLst/>
          </a:prstGeom>
        </p:spPr>
      </p:pic>
      <p:pic>
        <p:nvPicPr>
          <p:cNvPr id="2" name="图片 1" descr="资源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61720" y="5953760"/>
            <a:ext cx="10068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sz="24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2024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年</a:t>
            </a:r>
            <a:r>
              <a:rPr kumimoji="1" lang="en-US" altLang="zh-CN" sz="24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1</a:t>
            </a:r>
            <a:r>
              <a:rPr kumimoji="1" lang="zh-CN" altLang="en-US" sz="24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月</a:t>
            </a:r>
            <a:endParaRPr kumimoji="1" lang="zh-CN" altLang="en-US" sz="24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6688667"/>
            <a:ext cx="12192000" cy="169333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1-01品牌文化-已拓展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6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53467" y="556771"/>
            <a:ext cx="6925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6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主标题栏微软雅黑</a:t>
            </a:r>
            <a:endParaRPr kumimoji="1" lang="en-US" altLang="zh-CN" sz="6000" b="1" dirty="0" smtClean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r"/>
            <a:r>
              <a:rPr kumimoji="1" lang="en-US" altLang="zh-CN" sz="6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60</a:t>
            </a:r>
            <a:r>
              <a:rPr kumimoji="1" lang="zh-CN" altLang="en-US" sz="60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号字体加粗</a:t>
            </a:r>
            <a:endParaRPr kumimoji="1" lang="zh-CN" altLang="en-US" sz="60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01-03应用规范-已拓展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8800" y="3429000"/>
            <a:ext cx="69257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 smtClean="0">
                <a:latin typeface="微软雅黑" charset="-122"/>
                <a:ea typeface="微软雅黑" charset="-122"/>
                <a:cs typeface="微软雅黑" charset="-122"/>
              </a:rPr>
              <a:t>主标题栏微软雅黑</a:t>
            </a:r>
            <a:endParaRPr kumimoji="1" lang="en-US" altLang="zh-CN" sz="6000" b="1" dirty="0" smtClean="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kumimoji="1" lang="en-US" altLang="zh-CN" sz="6000" b="1" dirty="0" smtClean="0">
                <a:latin typeface="微软雅黑" charset="-122"/>
                <a:ea typeface="微软雅黑" charset="-122"/>
                <a:cs typeface="微软雅黑" charset="-122"/>
              </a:rPr>
              <a:t>60</a:t>
            </a:r>
            <a:r>
              <a:rPr kumimoji="1" lang="zh-CN" altLang="en-US" sz="6000" b="1" dirty="0" smtClean="0">
                <a:latin typeface="微软雅黑" charset="-122"/>
                <a:ea typeface="微软雅黑" charset="-122"/>
                <a:cs typeface="微软雅黑" charset="-122"/>
              </a:rPr>
              <a:t>号字体</a:t>
            </a:r>
            <a:endParaRPr kumimoji="1" lang="en-US" altLang="zh-CN" sz="6000" b="1" dirty="0" smtClean="0">
              <a:latin typeface="微软雅黑" charset="-122"/>
              <a:ea typeface="微软雅黑" charset="-122"/>
              <a:cs typeface="微软雅黑" charset="-122"/>
            </a:endParaRPr>
          </a:p>
          <a:p>
            <a:r>
              <a:rPr kumimoji="1" lang="zh-CN" altLang="en-US" sz="6000" b="1" dirty="0" smtClean="0">
                <a:latin typeface="微软雅黑" charset="-122"/>
                <a:ea typeface="微软雅黑" charset="-122"/>
                <a:cs typeface="微软雅黑" charset="-122"/>
              </a:rPr>
              <a:t>加粗</a:t>
            </a:r>
            <a:endParaRPr kumimoji="1" lang="zh-CN" altLang="en-US" sz="6000" b="1" dirty="0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9" r="28793" b="22469"/>
          <a:stretch>
            <a:fillRect/>
          </a:stretch>
        </p:blipFill>
        <p:spPr>
          <a:xfrm>
            <a:off x="2641601" y="902926"/>
            <a:ext cx="9550400" cy="595507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85999" y="2988871"/>
            <a:ext cx="78401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文本内容文本内容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文本内容文本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文本内容文本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</a:t>
            </a:r>
            <a:r>
              <a:rPr kumimoji="1"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内容文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</a:rPr>
              <a:t>本内容文本内容</a:t>
            </a:r>
            <a:endParaRPr kumimoji="1"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just"/>
            <a:endParaRPr kumimoji="1"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2277671"/>
            <a:ext cx="1744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 smtClean="0">
                <a:latin typeface="微软雅黑" charset="-122"/>
                <a:ea typeface="微软雅黑" charset="-122"/>
                <a:cs typeface="微软雅黑" charset="-122"/>
              </a:rPr>
              <a:t>小标题</a:t>
            </a:r>
            <a:endParaRPr kumimoji="1" lang="zh-CN" altLang="en-US" sz="3200" b="1" dirty="0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3860800" y="2547198"/>
            <a:ext cx="6129867" cy="45719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资源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206489" y="1720372"/>
            <a:ext cx="3117231" cy="523220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6688667"/>
            <a:ext cx="12192000" cy="169333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266" y="338667"/>
            <a:ext cx="1964267" cy="6180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48979" y="1675750"/>
            <a:ext cx="2832252" cy="584775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31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599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431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262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030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2862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693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461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目      录</a:t>
            </a:r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01260" y="2688964"/>
            <a:ext cx="3479971" cy="224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31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599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431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262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030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28620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693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4615" algn="l" defTabSz="975995" rtl="0" eaLnBrk="1" latinLnBrk="0" hangingPunct="1"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>
              <a:lnSpc>
                <a:spcPct val="150000"/>
              </a:lnSpc>
            </a:pPr>
            <a:r>
              <a:rPr lang="en-US" altLang="zh-CN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01</a:t>
            </a:r>
            <a:r>
              <a:rPr lang="zh-CN" altLang="en-US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、</a:t>
            </a:r>
            <a:endParaRPr lang="en-US" altLang="zh-CN" sz="2400" i="1" dirty="0" smtClean="0">
              <a:solidFill>
                <a:srgbClr val="065980"/>
              </a:solidFill>
              <a:latin typeface="微软雅黑" charset="-122"/>
              <a:ea typeface="微软雅黑" charset="-122"/>
            </a:endParaRPr>
          </a:p>
          <a:p>
            <a:pPr marL="457200" lvl="1">
              <a:lnSpc>
                <a:spcPct val="150000"/>
              </a:lnSpc>
            </a:pPr>
            <a:r>
              <a:rPr lang="en-US" altLang="zh-CN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02</a:t>
            </a:r>
            <a:r>
              <a:rPr lang="zh-CN" altLang="en-US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、</a:t>
            </a:r>
            <a:endParaRPr lang="en-US" altLang="zh-CN" sz="2400" i="1" dirty="0" smtClean="0">
              <a:solidFill>
                <a:srgbClr val="065980"/>
              </a:solidFill>
              <a:latin typeface="微软雅黑" charset="-122"/>
              <a:ea typeface="微软雅黑" charset="-122"/>
            </a:endParaRPr>
          </a:p>
          <a:p>
            <a:pPr marL="457200" lvl="1">
              <a:lnSpc>
                <a:spcPct val="150000"/>
              </a:lnSpc>
            </a:pPr>
            <a:r>
              <a:rPr lang="en-US" altLang="zh-CN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03</a:t>
            </a:r>
            <a:r>
              <a:rPr lang="zh-CN" altLang="en-US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、</a:t>
            </a:r>
            <a:endParaRPr lang="en-US" altLang="zh-CN" sz="2400" i="1" dirty="0" smtClean="0">
              <a:solidFill>
                <a:srgbClr val="065980"/>
              </a:solidFill>
              <a:latin typeface="微软雅黑" charset="-122"/>
              <a:ea typeface="微软雅黑" charset="-122"/>
            </a:endParaRPr>
          </a:p>
          <a:p>
            <a:pPr marL="457200" lvl="1">
              <a:lnSpc>
                <a:spcPct val="150000"/>
              </a:lnSpc>
            </a:pPr>
            <a:r>
              <a:rPr lang="en-US" altLang="zh-CN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04</a:t>
            </a:r>
            <a:r>
              <a:rPr lang="zh-CN" altLang="en-US" sz="2400" i="1" dirty="0" smtClean="0">
                <a:solidFill>
                  <a:srgbClr val="065980"/>
                </a:solidFill>
                <a:latin typeface="微软雅黑" charset="-122"/>
                <a:ea typeface="微软雅黑" charset="-122"/>
              </a:rPr>
              <a:t>、</a:t>
            </a:r>
            <a:endParaRPr lang="zh-CN" altLang="en-US" sz="2400" i="1" dirty="0" smtClean="0">
              <a:solidFill>
                <a:srgbClr val="065980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4" name="图片 3" descr="资源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291768" y="3087213"/>
            <a:ext cx="3096642" cy="523220"/>
          </a:xfrm>
          <a:prstGeom prst="rect">
            <a:avLst/>
          </a:prstGeom>
          <a:solidFill>
            <a:srgbClr val="23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6688667"/>
            <a:ext cx="12192000" cy="169333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4" name="2D Column Chart"/>
          <p:cNvGraphicFramePr/>
          <p:nvPr/>
        </p:nvGraphicFramePr>
        <p:xfrm>
          <a:off x="1007993" y="1537891"/>
          <a:ext cx="9660007" cy="420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矩形 4"/>
          <p:cNvSpPr/>
          <p:nvPr/>
        </p:nvSpPr>
        <p:spPr>
          <a:xfrm>
            <a:off x="1159573" y="3056436"/>
            <a:ext cx="3361033" cy="584775"/>
          </a:xfrm>
          <a:prstGeom prst="rect">
            <a:avLst/>
          </a:prstGeom>
          <a:solidFill>
            <a:srgbClr val="065980"/>
          </a:solidFill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dirty="0" smtClean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主要专利数据</a:t>
            </a:r>
            <a:endParaRPr lang="zh-CN" altLang="en-US" sz="3200" b="1" dirty="0">
              <a:solidFill>
                <a:schemeClr val="bg1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266" y="338667"/>
            <a:ext cx="1964267" cy="618074"/>
          </a:xfrm>
          <a:prstGeom prst="rect">
            <a:avLst/>
          </a:prstGeom>
        </p:spPr>
      </p:pic>
      <p:pic>
        <p:nvPicPr>
          <p:cNvPr id="8" name="图片 7" descr="资源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" y="333375"/>
            <a:ext cx="2924175" cy="666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01-03应用规范-已拓展-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9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9665" y="2921168"/>
            <a:ext cx="6925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6000" dirty="0" smtClean="0">
                <a:solidFill>
                  <a:srgbClr val="244B61"/>
                </a:solidFill>
                <a:latin typeface="微软雅黑" charset="-122"/>
                <a:ea typeface="微软雅黑" charset="-122"/>
                <a:cs typeface="微软雅黑" charset="-122"/>
              </a:rPr>
              <a:t>谢谢观看</a:t>
            </a:r>
            <a:endParaRPr kumimoji="1" lang="zh-CN" altLang="en-US" sz="6000" dirty="0">
              <a:solidFill>
                <a:srgbClr val="244B6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88667"/>
            <a:ext cx="12192000" cy="169333"/>
          </a:xfrm>
          <a:prstGeom prst="rect">
            <a:avLst/>
          </a:prstGeom>
          <a:solidFill>
            <a:srgbClr val="0659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1-01品牌文化-已拓展-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62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73600" y="387438"/>
            <a:ext cx="69257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6000" dirty="0" smtClean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汇报完毕</a:t>
            </a:r>
            <a:endParaRPr kumimoji="1" lang="en-US" altLang="zh-CN" sz="6000" dirty="0" smtClean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r"/>
            <a:r>
              <a:rPr kumimoji="1" lang="zh-CN" altLang="en-US" sz="6000" dirty="0" smtClean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欢迎指正</a:t>
            </a:r>
            <a:endParaRPr kumimoji="1" lang="zh-CN" altLang="en-US" sz="6000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WPS 演示</Application>
  <PresentationFormat>宽屏</PresentationFormat>
  <Paragraphs>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汉仪旗黑</vt:lpstr>
      <vt:lpstr>DengXian</vt:lpstr>
      <vt:lpstr>汉仪中等线KW</vt:lpstr>
      <vt:lpstr>宋体</vt:lpstr>
      <vt:lpstr>Arial Unicode MS</vt:lpstr>
      <vt:lpstr>DengXian Light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ZOU.YL</cp:lastModifiedBy>
  <cp:revision>9</cp:revision>
  <dcterms:created xsi:type="dcterms:W3CDTF">2024-01-15T04:27:40Z</dcterms:created>
  <dcterms:modified xsi:type="dcterms:W3CDTF">2024-01-15T04:27:40Z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3D3F76F926CC88483CB4A465CF09CFFC</vt:lpwstr>
  </property>
  <property fmtid="{D5CDD505-2E9C-101B-9397-08002B2CF9AE}" pid="3" name="KSOProductBuildVer">
    <vt:lpwstr>2052-5.1.1.7676</vt:lpwstr>
  </property>
</Properties>
</file>