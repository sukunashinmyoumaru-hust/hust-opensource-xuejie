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26" r:id="rId2"/>
    <p:sldId id="257" r:id="rId3"/>
    <p:sldId id="258" r:id="rId4"/>
    <p:sldId id="269" r:id="rId5"/>
    <p:sldId id="327" r:id="rId6"/>
    <p:sldId id="288" r:id="rId7"/>
    <p:sldId id="329" r:id="rId8"/>
    <p:sldId id="328" r:id="rId9"/>
    <p:sldId id="276" r:id="rId10"/>
    <p:sldId id="330" r:id="rId11"/>
    <p:sldId id="332" r:id="rId12"/>
  </p:sldIdLst>
  <p:sldSz cx="9144000" cy="5145088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2F2F2"/>
    <a:srgbClr val="000000"/>
    <a:srgbClr val="111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02" y="62"/>
      </p:cViewPr>
      <p:guideLst>
        <p:guide orient="horz" pos="164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6ED28-0653-44D2-981F-B8620E8F8553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08728-D05A-47F6-9A47-F3716918B1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948264" y="397670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www.1ppt.com/moban/     </a:t>
            </a:r>
            <a:r>
              <a:rPr lang="zh-CN" altLang="en-US" sz="100" dirty="0">
                <a:solidFill>
                  <a:schemeClr val="bg1"/>
                </a:solidFill>
              </a:rPr>
              <a:t>行业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www.1ppt.com/hangye/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节日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模板：</a:t>
            </a:r>
            <a:r>
              <a:rPr lang="en-US" altLang="zh-CN" sz="100" dirty="0">
                <a:solidFill>
                  <a:schemeClr val="bg1"/>
                </a:solidFill>
              </a:rPr>
              <a:t>www.1ppt.com/jieri/           PPT</a:t>
            </a:r>
            <a:r>
              <a:rPr lang="zh-CN" altLang="en-US" sz="100" dirty="0">
                <a:solidFill>
                  <a:schemeClr val="bg1"/>
                </a:solidFill>
              </a:rPr>
              <a:t>素材下载：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www.1ppt.com/sucai/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背景图片：</a:t>
            </a:r>
            <a:r>
              <a:rPr lang="en-US" altLang="zh-CN" sz="100" dirty="0">
                <a:solidFill>
                  <a:schemeClr val="bg1"/>
                </a:solidFill>
              </a:rPr>
              <a:t>www.1ppt.com/beijing/      PPT</a:t>
            </a:r>
            <a:r>
              <a:rPr lang="zh-CN" altLang="en-US" sz="100" dirty="0">
                <a:solidFill>
                  <a:schemeClr val="bg1"/>
                </a:solidFill>
              </a:rPr>
              <a:t>图表下载：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www.1ppt.com/tubiao/    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优秀</a:t>
            </a:r>
            <a:r>
              <a:rPr lang="en-US" altLang="zh-CN" sz="100" dirty="0">
                <a:solidFill>
                  <a:schemeClr val="bg1"/>
                </a:solidFill>
              </a:rPr>
              <a:t>PPT</a:t>
            </a:r>
            <a:r>
              <a:rPr lang="zh-CN" altLang="en-US" sz="100" dirty="0">
                <a:solidFill>
                  <a:schemeClr val="bg1"/>
                </a:solidFill>
              </a:rPr>
              <a:t>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www.1ppt.com/xiazai/        PPT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www.1ppt.com/powerpoint/      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Word</a:t>
            </a:r>
            <a:r>
              <a:rPr lang="zh-CN" altLang="en-US" sz="100" dirty="0">
                <a:solidFill>
                  <a:schemeClr val="bg1"/>
                </a:solidFill>
              </a:rPr>
              <a:t>教程： </a:t>
            </a:r>
            <a:r>
              <a:rPr lang="en-US" altLang="zh-CN" sz="100" dirty="0">
                <a:solidFill>
                  <a:schemeClr val="bg1"/>
                </a:solidFill>
              </a:rPr>
              <a:t>www.1ppt.com/word/              Excel</a:t>
            </a:r>
            <a:r>
              <a:rPr lang="zh-CN" altLang="en-US" sz="100" dirty="0">
                <a:solidFill>
                  <a:schemeClr val="bg1"/>
                </a:solidFill>
              </a:rPr>
              <a:t>教程：</a:t>
            </a:r>
            <a:r>
              <a:rPr lang="en-US" altLang="zh-CN" sz="100" dirty="0">
                <a:solidFill>
                  <a:schemeClr val="bg1"/>
                </a:solidFill>
              </a:rPr>
              <a:t>www.1ppt.com/excel/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资料下载：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www.1ppt.com/ziliao/                PPT</a:t>
            </a:r>
            <a:r>
              <a:rPr lang="zh-CN" altLang="en-US" sz="100" dirty="0">
                <a:solidFill>
                  <a:schemeClr val="bg1"/>
                </a:solidFill>
              </a:rPr>
              <a:t>课件下载：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www.1ppt.com/kejian/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范文下载：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www.1ppt.com/fanwen/             </a:t>
            </a:r>
            <a:r>
              <a:rPr lang="zh-CN" altLang="en-US" sz="100" dirty="0">
                <a:solidFill>
                  <a:schemeClr val="bg1"/>
                </a:solidFill>
              </a:rPr>
              <a:t>试卷下载：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www.1ppt.com/shiti/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教案下载：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www.1ppt.com/jiaoan/        </a:t>
            </a:r>
          </a:p>
          <a:p>
            <a:pPr lvl="0"/>
            <a:r>
              <a:rPr lang="zh-CN" altLang="en-US" sz="100" dirty="0">
                <a:solidFill>
                  <a:schemeClr val="bg1"/>
                </a:solidFill>
              </a:rPr>
              <a:t>字体下载：</a:t>
            </a:r>
            <a:r>
              <a:rPr lang="en-US" altLang="zh-CN" sz="100" dirty="0">
                <a:solidFill>
                  <a:schemeClr val="bg1"/>
                </a:solidFill>
              </a:rPr>
              <a:t>www.1ppt.com/ziti/</a:t>
            </a:r>
          </a:p>
          <a:p>
            <a:pPr lvl="0"/>
            <a:r>
              <a:rPr lang="en-US" altLang="zh-CN" sz="100" dirty="0">
                <a:solidFill>
                  <a:schemeClr val="bg1"/>
                </a:solidFill>
              </a:rPr>
              <a:t> </a:t>
            </a:r>
            <a:endParaRPr lang="zh-CN" altLang="en-US" sz="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 advTm="0">
    <p:comb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 advTm="0">
    <p:comb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8735"/>
            <a:ext cx="2133600" cy="273928"/>
          </a:xfrm>
        </p:spPr>
        <p:txBody>
          <a:bodyPr/>
          <a:lstStyle>
            <a:lvl1pPr>
              <a:defRPr/>
            </a:lvl1pPr>
          </a:lstStyle>
          <a:p>
            <a:fld id="{5ACD4103-EC3D-4C16-8996-25DE18166E0A}" type="datetime1">
              <a:rPr lang="zh-CN" altLang="en-US"/>
              <a:t>2019/1/23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8735"/>
            <a:ext cx="2895600" cy="273928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8735"/>
            <a:ext cx="2133600" cy="273928"/>
          </a:xfrm>
        </p:spPr>
        <p:txBody>
          <a:bodyPr/>
          <a:lstStyle>
            <a:lvl1pPr>
              <a:defRPr/>
            </a:lvl1pPr>
          </a:lstStyle>
          <a:p>
            <a:fld id="{DD6AF21D-1CB3-4C6F-BC4D-99798AE8B24D}" type="slidenum">
              <a:rPr lang="zh-CN" altLang="en-US"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advClick="0" advTm="0">
    <p:comb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advClick="0" advTm="0">
    <p:comb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160A8-FCDA-4438-A06B-8F9A2E82FEAD}" type="datetimeFigureOut">
              <a:rPr lang="zh-CN" altLang="en-US" smtClean="0"/>
              <a:t>2019/1/23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2EDEE-018F-4012-A1B4-6387EBE5E63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advClick="0" advTm="0">
    <p:comb dir="vert"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0" y="-78105"/>
            <a:ext cx="6248400" cy="85344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3459027"/>
            <a:ext cx="9144000" cy="1685108"/>
          </a:xfrm>
          <a:prstGeom prst="rect">
            <a:avLst/>
          </a:prstGeom>
          <a:solidFill>
            <a:srgbClr val="111D33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/>
        </p:nvSpPr>
        <p:spPr>
          <a:xfrm>
            <a:off x="-1" y="2279321"/>
            <a:ext cx="5584371" cy="1606732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350" dirty="0"/>
          </a:p>
        </p:txBody>
      </p:sp>
      <p:sp>
        <p:nvSpPr>
          <p:cNvPr id="6" name="文本框 5"/>
          <p:cNvSpPr txBox="1"/>
          <p:nvPr/>
        </p:nvSpPr>
        <p:spPr>
          <a:xfrm>
            <a:off x="140436" y="4006958"/>
            <a:ext cx="644526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Supporting text here.</a:t>
            </a:r>
            <a:r>
              <a:rPr lang="en-US" altLang="zh-CN" dirty="0">
                <a:solidFill>
                  <a:schemeClr val="bg1"/>
                </a:solidFill>
                <a:sym typeface="+mn-ea"/>
              </a:rPr>
              <a:t>Supporting text here.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  <a:sym typeface="+mn-ea"/>
              </a:rPr>
              <a:t>Supporting text here.</a:t>
            </a:r>
            <a:endParaRPr lang="en-US" altLang="zh-CN" dirty="0">
              <a:solidFill>
                <a:schemeClr val="bg1"/>
              </a:solidFill>
            </a:endParaRPr>
          </a:p>
          <a:p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0431" y="1889141"/>
            <a:ext cx="490390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REPORT</a:t>
            </a:r>
            <a:endParaRPr lang="zh-CN" altLang="en-US" sz="9600" spc="300" dirty="0">
              <a:solidFill>
                <a:schemeClr val="tx1">
                  <a:lumMod val="75000"/>
                  <a:lumOff val="2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307975" y="1583690"/>
            <a:ext cx="2111375" cy="305406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Supporting text here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comb dir="vert"/>
      </p:transition>
    </mc:Choice>
    <mc:Fallback xmlns="">
      <p:transition>
        <p:comb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rcRect b="49881"/>
          <a:stretch>
            <a:fillRect/>
          </a:stretch>
        </p:blipFill>
        <p:spPr>
          <a:xfrm>
            <a:off x="-319405" y="3114675"/>
            <a:ext cx="10284460" cy="7040245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-97155" y="21590"/>
            <a:ext cx="9390380" cy="6184265"/>
          </a:xfrm>
          <a:prstGeom prst="rect">
            <a:avLst/>
          </a:prstGeom>
          <a:solidFill>
            <a:srgbClr val="FFFFFF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350" dirty="0"/>
          </a:p>
        </p:txBody>
      </p:sp>
      <p:sp>
        <p:nvSpPr>
          <p:cNvPr id="7" name="文本框 1"/>
          <p:cNvSpPr txBox="1"/>
          <p:nvPr/>
        </p:nvSpPr>
        <p:spPr>
          <a:xfrm>
            <a:off x="2087724" y="916305"/>
            <a:ext cx="4608511" cy="745490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400" dirty="0">
                <a:solidFill>
                  <a:schemeClr val="tx1">
                    <a:lumMod val="85000"/>
                    <a:lumOff val="1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CONTENTS</a:t>
            </a:r>
          </a:p>
        </p:txBody>
      </p:sp>
      <p:sp>
        <p:nvSpPr>
          <p:cNvPr id="8" name="Freeform 11"/>
          <p:cNvSpPr/>
          <p:nvPr/>
        </p:nvSpPr>
        <p:spPr bwMode="auto">
          <a:xfrm rot="10800000">
            <a:off x="1585072" y="2471610"/>
            <a:ext cx="631493" cy="64350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1" tIns="34291" rIns="68581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8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1"/>
          <p:cNvSpPr txBox="1"/>
          <p:nvPr/>
        </p:nvSpPr>
        <p:spPr>
          <a:xfrm>
            <a:off x="1655676" y="2608548"/>
            <a:ext cx="577145" cy="346251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spc="45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01</a:t>
            </a:r>
            <a:endParaRPr lang="en-GB" altLang="zh-CN" b="1" spc="45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sp>
        <p:nvSpPr>
          <p:cNvPr id="10" name="Freeform 11"/>
          <p:cNvSpPr/>
          <p:nvPr/>
        </p:nvSpPr>
        <p:spPr bwMode="auto">
          <a:xfrm rot="10800000">
            <a:off x="3384825" y="2471610"/>
            <a:ext cx="631493" cy="64350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1" tIns="34291" rIns="68581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8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"/>
          <p:cNvSpPr txBox="1"/>
          <p:nvPr/>
        </p:nvSpPr>
        <p:spPr>
          <a:xfrm>
            <a:off x="3455876" y="2608548"/>
            <a:ext cx="577145" cy="346251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spc="45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02</a:t>
            </a:r>
            <a:endParaRPr lang="en-GB" altLang="zh-CN" b="1" spc="45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sp>
        <p:nvSpPr>
          <p:cNvPr id="12" name="文本框 1"/>
          <p:cNvSpPr txBox="1"/>
          <p:nvPr/>
        </p:nvSpPr>
        <p:spPr>
          <a:xfrm>
            <a:off x="689067" y="3196408"/>
            <a:ext cx="2452923" cy="29908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</a:p>
        </p:txBody>
      </p:sp>
      <p:sp>
        <p:nvSpPr>
          <p:cNvPr id="14" name="Freeform 11"/>
          <p:cNvSpPr/>
          <p:nvPr/>
        </p:nvSpPr>
        <p:spPr bwMode="auto">
          <a:xfrm rot="10800000">
            <a:off x="5229135" y="2471610"/>
            <a:ext cx="631493" cy="64350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1" tIns="34291" rIns="68581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8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"/>
          <p:cNvSpPr txBox="1"/>
          <p:nvPr/>
        </p:nvSpPr>
        <p:spPr>
          <a:xfrm>
            <a:off x="5292080" y="2608548"/>
            <a:ext cx="577145" cy="346251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spc="45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03</a:t>
            </a:r>
            <a:endParaRPr lang="en-GB" altLang="zh-CN" b="1" spc="45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sp>
        <p:nvSpPr>
          <p:cNvPr id="17" name="Freeform 11"/>
          <p:cNvSpPr/>
          <p:nvPr/>
        </p:nvSpPr>
        <p:spPr bwMode="auto">
          <a:xfrm rot="10800000">
            <a:off x="7050565" y="2471610"/>
            <a:ext cx="631493" cy="64350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1" tIns="34291" rIns="68581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8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"/>
          <p:cNvSpPr txBox="1"/>
          <p:nvPr/>
        </p:nvSpPr>
        <p:spPr>
          <a:xfrm>
            <a:off x="7128284" y="2608548"/>
            <a:ext cx="577145" cy="346251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spc="45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04</a:t>
            </a:r>
            <a:endParaRPr lang="en-GB" altLang="zh-CN" b="1" spc="45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sp>
        <p:nvSpPr>
          <p:cNvPr id="20" name="TextBox 14"/>
          <p:cNvSpPr txBox="1"/>
          <p:nvPr/>
        </p:nvSpPr>
        <p:spPr>
          <a:xfrm>
            <a:off x="1159141" y="3478071"/>
            <a:ext cx="1512772" cy="473710"/>
          </a:xfrm>
          <a:prstGeom prst="rect">
            <a:avLst/>
          </a:prstGeom>
          <a:noFill/>
        </p:spPr>
        <p:txBody>
          <a:bodyPr wrap="square" lIns="68581" tIns="34291" rIns="68581" bIns="34291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1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Supporting text here.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474052" y="3196408"/>
            <a:ext cx="2452923" cy="29908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</a:p>
        </p:txBody>
      </p:sp>
      <p:sp>
        <p:nvSpPr>
          <p:cNvPr id="3" name="TextBox 14"/>
          <p:cNvSpPr txBox="1"/>
          <p:nvPr/>
        </p:nvSpPr>
        <p:spPr>
          <a:xfrm>
            <a:off x="2944126" y="3478071"/>
            <a:ext cx="1512772" cy="473710"/>
          </a:xfrm>
          <a:prstGeom prst="rect">
            <a:avLst/>
          </a:prstGeom>
          <a:noFill/>
        </p:spPr>
        <p:txBody>
          <a:bodyPr wrap="square" lIns="68581" tIns="34291" rIns="68581" bIns="34291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1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Supporting text here.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354287" y="3196408"/>
            <a:ext cx="2452923" cy="29908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</a:p>
        </p:txBody>
      </p:sp>
      <p:sp>
        <p:nvSpPr>
          <p:cNvPr id="5" name="TextBox 14"/>
          <p:cNvSpPr txBox="1"/>
          <p:nvPr/>
        </p:nvSpPr>
        <p:spPr>
          <a:xfrm>
            <a:off x="4824361" y="3478071"/>
            <a:ext cx="1512772" cy="473710"/>
          </a:xfrm>
          <a:prstGeom prst="rect">
            <a:avLst/>
          </a:prstGeom>
          <a:noFill/>
        </p:spPr>
        <p:txBody>
          <a:bodyPr wrap="square" lIns="68581" tIns="34291" rIns="68581" bIns="34291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1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Supporting text here.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139272" y="3196408"/>
            <a:ext cx="2452923" cy="29908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</a:p>
        </p:txBody>
      </p:sp>
      <p:sp>
        <p:nvSpPr>
          <p:cNvPr id="25" name="TextBox 14"/>
          <p:cNvSpPr txBox="1"/>
          <p:nvPr/>
        </p:nvSpPr>
        <p:spPr>
          <a:xfrm>
            <a:off x="6609346" y="3478071"/>
            <a:ext cx="1512772" cy="473710"/>
          </a:xfrm>
          <a:prstGeom prst="rect">
            <a:avLst/>
          </a:prstGeom>
          <a:noFill/>
        </p:spPr>
        <p:txBody>
          <a:bodyPr wrap="square" lIns="68581" tIns="34291" rIns="68581" bIns="34291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1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Supporting text here.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push dir="d"/>
      </p:transition>
    </mc:Choice>
    <mc:Fallback xmlns="">
      <p:transition>
        <p:push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9"/>
          <p:cNvSpPr txBox="1"/>
          <p:nvPr/>
        </p:nvSpPr>
        <p:spPr>
          <a:xfrm>
            <a:off x="4736617" y="2594178"/>
            <a:ext cx="816610" cy="252730"/>
          </a:xfrm>
          <a:prstGeom prst="rect">
            <a:avLst/>
          </a:prstGeom>
          <a:noFill/>
        </p:spPr>
        <p:txBody>
          <a:bodyPr wrap="none" lIns="68581" tIns="34291" rIns="68581" bIns="34291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dobe 仿宋 Std R" panose="02020400000000000000" pitchFamily="18" charset="-122"/>
                <a:cs typeface="Arial" panose="020B0604020202020204" pitchFamily="34" charset="0"/>
              </a:defRPr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 here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247964" y="1888468"/>
            <a:ext cx="3404615" cy="56070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Text here</a:t>
            </a:r>
          </a:p>
        </p:txBody>
      </p:sp>
      <p:sp>
        <p:nvSpPr>
          <p:cNvPr id="6" name="文本框 9"/>
          <p:cNvSpPr txBox="1"/>
          <p:nvPr/>
        </p:nvSpPr>
        <p:spPr>
          <a:xfrm>
            <a:off x="6479187" y="2594178"/>
            <a:ext cx="816610" cy="252730"/>
          </a:xfrm>
          <a:prstGeom prst="rect">
            <a:avLst/>
          </a:prstGeom>
          <a:noFill/>
        </p:spPr>
        <p:txBody>
          <a:bodyPr wrap="none" lIns="68581" tIns="34291" rIns="68581" bIns="34291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dobe 仿宋 Std R" panose="02020400000000000000" pitchFamily="18" charset="-122"/>
                <a:cs typeface="Arial" panose="020B0604020202020204" pitchFamily="34" charset="0"/>
              </a:defRPr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 here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3524577" y="1766086"/>
            <a:ext cx="828000" cy="828000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1" tIns="34291" rIns="68581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8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3608092" y="1874098"/>
            <a:ext cx="720080" cy="561694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spc="45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01</a:t>
            </a:r>
            <a:endParaRPr lang="en-GB" altLang="zh-CN" sz="3200" b="1" spc="45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3175" y="1765935"/>
            <a:ext cx="3352800" cy="3421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push dir="u"/>
      </p:transition>
    </mc:Choice>
    <mc:Fallback xmlns="">
      <p:transition>
        <p:push dir="u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37"/>
          <p:cNvSpPr txBox="1"/>
          <p:nvPr/>
        </p:nvSpPr>
        <p:spPr>
          <a:xfrm>
            <a:off x="196716" y="181655"/>
            <a:ext cx="3259160" cy="464185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3930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Text here</a:t>
            </a:r>
          </a:p>
        </p:txBody>
      </p:sp>
      <p:sp>
        <p:nvSpPr>
          <p:cNvPr id="11" name="文本框 38"/>
          <p:cNvSpPr txBox="1"/>
          <p:nvPr/>
        </p:nvSpPr>
        <p:spPr>
          <a:xfrm>
            <a:off x="395536" y="649707"/>
            <a:ext cx="2592288" cy="279400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algn="dist" defTabSz="963930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ADD RELATED TITLE WORDS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1311473" y="1189854"/>
            <a:ext cx="6735951" cy="3617610"/>
            <a:chOff x="3241" y="3057"/>
            <a:chExt cx="11585" cy="6221"/>
          </a:xfrm>
        </p:grpSpPr>
        <p:sp>
          <p:nvSpPr>
            <p:cNvPr id="16" name="Rectangle 15"/>
            <p:cNvSpPr/>
            <p:nvPr/>
          </p:nvSpPr>
          <p:spPr>
            <a:xfrm>
              <a:off x="3248" y="3075"/>
              <a:ext cx="1022" cy="10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3241" y="5456"/>
              <a:ext cx="1022" cy="10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400">
                <a:sym typeface="+mn-ea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248" y="7894"/>
              <a:ext cx="1022" cy="10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400">
                <a:sym typeface="+mn-ea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10289" y="3075"/>
              <a:ext cx="1022" cy="10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400">
                <a:sym typeface="+mn-ea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0283" y="5456"/>
              <a:ext cx="1022" cy="10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400">
                <a:sym typeface="+mn-ea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0289" y="7894"/>
              <a:ext cx="1022" cy="1022"/>
            </a:xfrm>
            <a:prstGeom prst="ellipse">
              <a:avLst/>
            </a:prstGeom>
            <a:solidFill>
              <a:schemeClr val="tx1"/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400">
                <a:sym typeface="+mn-ea"/>
              </a:endParaRPr>
            </a:p>
          </p:txBody>
        </p:sp>
        <p:grpSp>
          <p:nvGrpSpPr>
            <p:cNvPr id="59" name="Group 58"/>
            <p:cNvGrpSpPr/>
            <p:nvPr/>
          </p:nvGrpSpPr>
          <p:grpSpPr>
            <a:xfrm>
              <a:off x="3520" y="3399"/>
              <a:ext cx="477" cy="375"/>
              <a:chOff x="5348288" y="5818188"/>
              <a:chExt cx="1587500" cy="1246187"/>
            </a:xfrm>
          </p:grpSpPr>
          <p:sp>
            <p:nvSpPr>
              <p:cNvPr id="60" name="Freeform 59"/>
              <p:cNvSpPr>
                <a:spLocks noEditPoints="1"/>
              </p:cNvSpPr>
              <p:nvPr/>
            </p:nvSpPr>
            <p:spPr bwMode="auto">
              <a:xfrm>
                <a:off x="5348288" y="5818188"/>
                <a:ext cx="1587500" cy="263525"/>
              </a:xfrm>
              <a:custGeom>
                <a:avLst/>
                <a:gdLst>
                  <a:gd name="T0" fmla="*/ 471 w 507"/>
                  <a:gd name="T1" fmla="*/ 0 h 84"/>
                  <a:gd name="T2" fmla="*/ 37 w 507"/>
                  <a:gd name="T3" fmla="*/ 0 h 84"/>
                  <a:gd name="T4" fmla="*/ 0 w 507"/>
                  <a:gd name="T5" fmla="*/ 37 h 84"/>
                  <a:gd name="T6" fmla="*/ 0 w 507"/>
                  <a:gd name="T7" fmla="*/ 84 h 84"/>
                  <a:gd name="T8" fmla="*/ 507 w 507"/>
                  <a:gd name="T9" fmla="*/ 84 h 84"/>
                  <a:gd name="T10" fmla="*/ 507 w 507"/>
                  <a:gd name="T11" fmla="*/ 37 h 84"/>
                  <a:gd name="T12" fmla="*/ 471 w 507"/>
                  <a:gd name="T13" fmla="*/ 0 h 84"/>
                  <a:gd name="T14" fmla="*/ 49 w 507"/>
                  <a:gd name="T15" fmla="*/ 59 h 84"/>
                  <a:gd name="T16" fmla="*/ 36 w 507"/>
                  <a:gd name="T17" fmla="*/ 46 h 84"/>
                  <a:gd name="T18" fmla="*/ 49 w 507"/>
                  <a:gd name="T19" fmla="*/ 33 h 84"/>
                  <a:gd name="T20" fmla="*/ 62 w 507"/>
                  <a:gd name="T21" fmla="*/ 46 h 84"/>
                  <a:gd name="T22" fmla="*/ 49 w 507"/>
                  <a:gd name="T23" fmla="*/ 59 h 84"/>
                  <a:gd name="T24" fmla="*/ 100 w 507"/>
                  <a:gd name="T25" fmla="*/ 59 h 84"/>
                  <a:gd name="T26" fmla="*/ 87 w 507"/>
                  <a:gd name="T27" fmla="*/ 46 h 84"/>
                  <a:gd name="T28" fmla="*/ 100 w 507"/>
                  <a:gd name="T29" fmla="*/ 33 h 84"/>
                  <a:gd name="T30" fmla="*/ 113 w 507"/>
                  <a:gd name="T31" fmla="*/ 46 h 84"/>
                  <a:gd name="T32" fmla="*/ 100 w 507"/>
                  <a:gd name="T33" fmla="*/ 59 h 84"/>
                  <a:gd name="T34" fmla="*/ 151 w 507"/>
                  <a:gd name="T35" fmla="*/ 59 h 84"/>
                  <a:gd name="T36" fmla="*/ 138 w 507"/>
                  <a:gd name="T37" fmla="*/ 46 h 84"/>
                  <a:gd name="T38" fmla="*/ 151 w 507"/>
                  <a:gd name="T39" fmla="*/ 33 h 84"/>
                  <a:gd name="T40" fmla="*/ 163 w 507"/>
                  <a:gd name="T41" fmla="*/ 46 h 84"/>
                  <a:gd name="T42" fmla="*/ 151 w 507"/>
                  <a:gd name="T43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07" h="84">
                    <a:moveTo>
                      <a:pt x="47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507" y="84"/>
                      <a:pt x="507" y="84"/>
                      <a:pt x="507" y="84"/>
                    </a:cubicBezTo>
                    <a:cubicBezTo>
                      <a:pt x="507" y="37"/>
                      <a:pt x="507" y="37"/>
                      <a:pt x="507" y="37"/>
                    </a:cubicBezTo>
                    <a:cubicBezTo>
                      <a:pt x="507" y="17"/>
                      <a:pt x="491" y="0"/>
                      <a:pt x="471" y="0"/>
                    </a:cubicBezTo>
                    <a:close/>
                    <a:moveTo>
                      <a:pt x="49" y="59"/>
                    </a:moveTo>
                    <a:cubicBezTo>
                      <a:pt x="42" y="59"/>
                      <a:pt x="36" y="53"/>
                      <a:pt x="36" y="46"/>
                    </a:cubicBezTo>
                    <a:cubicBezTo>
                      <a:pt x="36" y="39"/>
                      <a:pt x="42" y="33"/>
                      <a:pt x="49" y="33"/>
                    </a:cubicBezTo>
                    <a:cubicBezTo>
                      <a:pt x="56" y="33"/>
                      <a:pt x="62" y="39"/>
                      <a:pt x="62" y="46"/>
                    </a:cubicBezTo>
                    <a:cubicBezTo>
                      <a:pt x="62" y="53"/>
                      <a:pt x="56" y="59"/>
                      <a:pt x="49" y="59"/>
                    </a:cubicBezTo>
                    <a:close/>
                    <a:moveTo>
                      <a:pt x="100" y="59"/>
                    </a:moveTo>
                    <a:cubicBezTo>
                      <a:pt x="93" y="59"/>
                      <a:pt x="87" y="53"/>
                      <a:pt x="87" y="46"/>
                    </a:cubicBezTo>
                    <a:cubicBezTo>
                      <a:pt x="87" y="39"/>
                      <a:pt x="93" y="33"/>
                      <a:pt x="100" y="33"/>
                    </a:cubicBezTo>
                    <a:cubicBezTo>
                      <a:pt x="107" y="33"/>
                      <a:pt x="113" y="39"/>
                      <a:pt x="113" y="46"/>
                    </a:cubicBezTo>
                    <a:cubicBezTo>
                      <a:pt x="113" y="53"/>
                      <a:pt x="107" y="59"/>
                      <a:pt x="100" y="59"/>
                    </a:cubicBezTo>
                    <a:close/>
                    <a:moveTo>
                      <a:pt x="151" y="59"/>
                    </a:moveTo>
                    <a:cubicBezTo>
                      <a:pt x="144" y="59"/>
                      <a:pt x="138" y="53"/>
                      <a:pt x="138" y="46"/>
                    </a:cubicBezTo>
                    <a:cubicBezTo>
                      <a:pt x="138" y="39"/>
                      <a:pt x="144" y="33"/>
                      <a:pt x="151" y="33"/>
                    </a:cubicBezTo>
                    <a:cubicBezTo>
                      <a:pt x="158" y="33"/>
                      <a:pt x="163" y="39"/>
                      <a:pt x="163" y="46"/>
                    </a:cubicBezTo>
                    <a:cubicBezTo>
                      <a:pt x="163" y="53"/>
                      <a:pt x="158" y="59"/>
                      <a:pt x="151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61" name="Freeform 60"/>
              <p:cNvSpPr>
                <a:spLocks noEditPoints="1"/>
              </p:cNvSpPr>
              <p:nvPr/>
            </p:nvSpPr>
            <p:spPr bwMode="auto">
              <a:xfrm>
                <a:off x="5348288" y="6111875"/>
                <a:ext cx="1587500" cy="952500"/>
              </a:xfrm>
              <a:custGeom>
                <a:avLst/>
                <a:gdLst>
                  <a:gd name="T0" fmla="*/ 0 w 507"/>
                  <a:gd name="T1" fmla="*/ 268 h 304"/>
                  <a:gd name="T2" fmla="*/ 37 w 507"/>
                  <a:gd name="T3" fmla="*/ 304 h 304"/>
                  <a:gd name="T4" fmla="*/ 471 w 507"/>
                  <a:gd name="T5" fmla="*/ 304 h 304"/>
                  <a:gd name="T6" fmla="*/ 507 w 507"/>
                  <a:gd name="T7" fmla="*/ 268 h 304"/>
                  <a:gd name="T8" fmla="*/ 507 w 507"/>
                  <a:gd name="T9" fmla="*/ 0 h 304"/>
                  <a:gd name="T10" fmla="*/ 0 w 507"/>
                  <a:gd name="T11" fmla="*/ 0 h 304"/>
                  <a:gd name="T12" fmla="*/ 0 w 507"/>
                  <a:gd name="T13" fmla="*/ 268 h 304"/>
                  <a:gd name="T14" fmla="*/ 181 w 507"/>
                  <a:gd name="T15" fmla="*/ 200 h 304"/>
                  <a:gd name="T16" fmla="*/ 212 w 507"/>
                  <a:gd name="T17" fmla="*/ 169 h 304"/>
                  <a:gd name="T18" fmla="*/ 221 w 507"/>
                  <a:gd name="T19" fmla="*/ 89 h 304"/>
                  <a:gd name="T20" fmla="*/ 266 w 507"/>
                  <a:gd name="T21" fmla="*/ 70 h 304"/>
                  <a:gd name="T22" fmla="*/ 312 w 507"/>
                  <a:gd name="T23" fmla="*/ 89 h 304"/>
                  <a:gd name="T24" fmla="*/ 312 w 507"/>
                  <a:gd name="T25" fmla="*/ 180 h 304"/>
                  <a:gd name="T26" fmla="*/ 266 w 507"/>
                  <a:gd name="T27" fmla="*/ 199 h 304"/>
                  <a:gd name="T28" fmla="*/ 232 w 507"/>
                  <a:gd name="T29" fmla="*/ 188 h 304"/>
                  <a:gd name="T30" fmla="*/ 201 w 507"/>
                  <a:gd name="T31" fmla="*/ 220 h 304"/>
                  <a:gd name="T32" fmla="*/ 191 w 507"/>
                  <a:gd name="T33" fmla="*/ 224 h 304"/>
                  <a:gd name="T34" fmla="*/ 181 w 507"/>
                  <a:gd name="T35" fmla="*/ 220 h 304"/>
                  <a:gd name="T36" fmla="*/ 181 w 507"/>
                  <a:gd name="T37" fmla="*/ 20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7" h="304">
                    <a:moveTo>
                      <a:pt x="0" y="268"/>
                    </a:moveTo>
                    <a:cubicBezTo>
                      <a:pt x="0" y="288"/>
                      <a:pt x="17" y="304"/>
                      <a:pt x="37" y="304"/>
                    </a:cubicBezTo>
                    <a:cubicBezTo>
                      <a:pt x="471" y="304"/>
                      <a:pt x="471" y="304"/>
                      <a:pt x="471" y="304"/>
                    </a:cubicBezTo>
                    <a:cubicBezTo>
                      <a:pt x="491" y="304"/>
                      <a:pt x="507" y="288"/>
                      <a:pt x="507" y="268"/>
                    </a:cubicBezTo>
                    <a:cubicBezTo>
                      <a:pt x="507" y="0"/>
                      <a:pt x="507" y="0"/>
                      <a:pt x="5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68"/>
                    </a:lnTo>
                    <a:close/>
                    <a:moveTo>
                      <a:pt x="181" y="200"/>
                    </a:moveTo>
                    <a:cubicBezTo>
                      <a:pt x="212" y="169"/>
                      <a:pt x="212" y="169"/>
                      <a:pt x="212" y="169"/>
                    </a:cubicBezTo>
                    <a:cubicBezTo>
                      <a:pt x="196" y="144"/>
                      <a:pt x="199" y="110"/>
                      <a:pt x="221" y="89"/>
                    </a:cubicBezTo>
                    <a:cubicBezTo>
                      <a:pt x="233" y="77"/>
                      <a:pt x="249" y="70"/>
                      <a:pt x="266" y="70"/>
                    </a:cubicBezTo>
                    <a:cubicBezTo>
                      <a:pt x="283" y="70"/>
                      <a:pt x="300" y="77"/>
                      <a:pt x="312" y="89"/>
                    </a:cubicBezTo>
                    <a:cubicBezTo>
                      <a:pt x="337" y="114"/>
                      <a:pt x="337" y="155"/>
                      <a:pt x="312" y="180"/>
                    </a:cubicBezTo>
                    <a:cubicBezTo>
                      <a:pt x="300" y="192"/>
                      <a:pt x="284" y="199"/>
                      <a:pt x="266" y="199"/>
                    </a:cubicBezTo>
                    <a:cubicBezTo>
                      <a:pt x="254" y="199"/>
                      <a:pt x="242" y="195"/>
                      <a:pt x="232" y="188"/>
                    </a:cubicBezTo>
                    <a:cubicBezTo>
                      <a:pt x="201" y="220"/>
                      <a:pt x="201" y="220"/>
                      <a:pt x="201" y="220"/>
                    </a:cubicBezTo>
                    <a:cubicBezTo>
                      <a:pt x="198" y="222"/>
                      <a:pt x="194" y="224"/>
                      <a:pt x="191" y="224"/>
                    </a:cubicBezTo>
                    <a:cubicBezTo>
                      <a:pt x="187" y="224"/>
                      <a:pt x="184" y="222"/>
                      <a:pt x="181" y="220"/>
                    </a:cubicBezTo>
                    <a:cubicBezTo>
                      <a:pt x="176" y="214"/>
                      <a:pt x="176" y="205"/>
                      <a:pt x="181" y="2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62" name="Freeform 61"/>
              <p:cNvSpPr/>
              <p:nvPr/>
            </p:nvSpPr>
            <p:spPr bwMode="auto">
              <a:xfrm>
                <a:off x="6040438" y="6403975"/>
                <a:ext cx="280987" cy="255587"/>
              </a:xfrm>
              <a:custGeom>
                <a:avLst/>
                <a:gdLst>
                  <a:gd name="T0" fmla="*/ 45 w 90"/>
                  <a:gd name="T1" fmla="*/ 82 h 82"/>
                  <a:gd name="T2" fmla="*/ 74 w 90"/>
                  <a:gd name="T3" fmla="*/ 70 h 82"/>
                  <a:gd name="T4" fmla="*/ 74 w 90"/>
                  <a:gd name="T5" fmla="*/ 12 h 82"/>
                  <a:gd name="T6" fmla="*/ 45 w 90"/>
                  <a:gd name="T7" fmla="*/ 0 h 82"/>
                  <a:gd name="T8" fmla="*/ 16 w 90"/>
                  <a:gd name="T9" fmla="*/ 12 h 82"/>
                  <a:gd name="T10" fmla="*/ 16 w 90"/>
                  <a:gd name="T11" fmla="*/ 70 h 82"/>
                  <a:gd name="T12" fmla="*/ 45 w 90"/>
                  <a:gd name="T13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82">
                    <a:moveTo>
                      <a:pt x="45" y="82"/>
                    </a:moveTo>
                    <a:cubicBezTo>
                      <a:pt x="56" y="82"/>
                      <a:pt x="67" y="78"/>
                      <a:pt x="74" y="70"/>
                    </a:cubicBezTo>
                    <a:cubicBezTo>
                      <a:pt x="90" y="54"/>
                      <a:pt x="90" y="28"/>
                      <a:pt x="74" y="12"/>
                    </a:cubicBezTo>
                    <a:cubicBezTo>
                      <a:pt x="67" y="5"/>
                      <a:pt x="56" y="0"/>
                      <a:pt x="45" y="0"/>
                    </a:cubicBezTo>
                    <a:cubicBezTo>
                      <a:pt x="34" y="0"/>
                      <a:pt x="24" y="5"/>
                      <a:pt x="16" y="12"/>
                    </a:cubicBezTo>
                    <a:cubicBezTo>
                      <a:pt x="0" y="28"/>
                      <a:pt x="0" y="54"/>
                      <a:pt x="16" y="70"/>
                    </a:cubicBezTo>
                    <a:cubicBezTo>
                      <a:pt x="24" y="78"/>
                      <a:pt x="34" y="82"/>
                      <a:pt x="45" y="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</p:grpSp>
        <p:grpSp>
          <p:nvGrpSpPr>
            <p:cNvPr id="63" name="Group 62"/>
            <p:cNvGrpSpPr/>
            <p:nvPr/>
          </p:nvGrpSpPr>
          <p:grpSpPr>
            <a:xfrm>
              <a:off x="3514" y="5780"/>
              <a:ext cx="477" cy="375"/>
              <a:chOff x="8366125" y="5818188"/>
              <a:chExt cx="1587500" cy="1246187"/>
            </a:xfrm>
          </p:grpSpPr>
          <p:sp>
            <p:nvSpPr>
              <p:cNvPr id="64" name="Freeform 63"/>
              <p:cNvSpPr>
                <a:spLocks noEditPoints="1"/>
              </p:cNvSpPr>
              <p:nvPr/>
            </p:nvSpPr>
            <p:spPr bwMode="auto">
              <a:xfrm>
                <a:off x="8366125" y="5818188"/>
                <a:ext cx="1587500" cy="263525"/>
              </a:xfrm>
              <a:custGeom>
                <a:avLst/>
                <a:gdLst>
                  <a:gd name="T0" fmla="*/ 471 w 507"/>
                  <a:gd name="T1" fmla="*/ 0 h 84"/>
                  <a:gd name="T2" fmla="*/ 36 w 507"/>
                  <a:gd name="T3" fmla="*/ 0 h 84"/>
                  <a:gd name="T4" fmla="*/ 0 w 507"/>
                  <a:gd name="T5" fmla="*/ 37 h 84"/>
                  <a:gd name="T6" fmla="*/ 0 w 507"/>
                  <a:gd name="T7" fmla="*/ 84 h 84"/>
                  <a:gd name="T8" fmla="*/ 507 w 507"/>
                  <a:gd name="T9" fmla="*/ 84 h 84"/>
                  <a:gd name="T10" fmla="*/ 507 w 507"/>
                  <a:gd name="T11" fmla="*/ 37 h 84"/>
                  <a:gd name="T12" fmla="*/ 471 w 507"/>
                  <a:gd name="T13" fmla="*/ 0 h 84"/>
                  <a:gd name="T14" fmla="*/ 49 w 507"/>
                  <a:gd name="T15" fmla="*/ 59 h 84"/>
                  <a:gd name="T16" fmla="*/ 36 w 507"/>
                  <a:gd name="T17" fmla="*/ 46 h 84"/>
                  <a:gd name="T18" fmla="*/ 49 w 507"/>
                  <a:gd name="T19" fmla="*/ 33 h 84"/>
                  <a:gd name="T20" fmla="*/ 62 w 507"/>
                  <a:gd name="T21" fmla="*/ 46 h 84"/>
                  <a:gd name="T22" fmla="*/ 49 w 507"/>
                  <a:gd name="T23" fmla="*/ 59 h 84"/>
                  <a:gd name="T24" fmla="*/ 100 w 507"/>
                  <a:gd name="T25" fmla="*/ 59 h 84"/>
                  <a:gd name="T26" fmla="*/ 87 w 507"/>
                  <a:gd name="T27" fmla="*/ 46 h 84"/>
                  <a:gd name="T28" fmla="*/ 100 w 507"/>
                  <a:gd name="T29" fmla="*/ 33 h 84"/>
                  <a:gd name="T30" fmla="*/ 112 w 507"/>
                  <a:gd name="T31" fmla="*/ 46 h 84"/>
                  <a:gd name="T32" fmla="*/ 100 w 507"/>
                  <a:gd name="T33" fmla="*/ 59 h 84"/>
                  <a:gd name="T34" fmla="*/ 150 w 507"/>
                  <a:gd name="T35" fmla="*/ 59 h 84"/>
                  <a:gd name="T36" fmla="*/ 138 w 507"/>
                  <a:gd name="T37" fmla="*/ 46 h 84"/>
                  <a:gd name="T38" fmla="*/ 150 w 507"/>
                  <a:gd name="T39" fmla="*/ 33 h 84"/>
                  <a:gd name="T40" fmla="*/ 163 w 507"/>
                  <a:gd name="T41" fmla="*/ 46 h 84"/>
                  <a:gd name="T42" fmla="*/ 150 w 507"/>
                  <a:gd name="T43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07" h="84">
                    <a:moveTo>
                      <a:pt x="471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7"/>
                      <a:pt x="0" y="37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507" y="84"/>
                      <a:pt x="507" y="84"/>
                      <a:pt x="507" y="84"/>
                    </a:cubicBezTo>
                    <a:cubicBezTo>
                      <a:pt x="507" y="37"/>
                      <a:pt x="507" y="37"/>
                      <a:pt x="507" y="37"/>
                    </a:cubicBezTo>
                    <a:cubicBezTo>
                      <a:pt x="507" y="17"/>
                      <a:pt x="491" y="0"/>
                      <a:pt x="471" y="0"/>
                    </a:cubicBezTo>
                    <a:close/>
                    <a:moveTo>
                      <a:pt x="49" y="59"/>
                    </a:moveTo>
                    <a:cubicBezTo>
                      <a:pt x="42" y="59"/>
                      <a:pt x="36" y="53"/>
                      <a:pt x="36" y="46"/>
                    </a:cubicBezTo>
                    <a:cubicBezTo>
                      <a:pt x="36" y="39"/>
                      <a:pt x="42" y="33"/>
                      <a:pt x="49" y="33"/>
                    </a:cubicBezTo>
                    <a:cubicBezTo>
                      <a:pt x="56" y="33"/>
                      <a:pt x="62" y="39"/>
                      <a:pt x="62" y="46"/>
                    </a:cubicBezTo>
                    <a:cubicBezTo>
                      <a:pt x="62" y="53"/>
                      <a:pt x="56" y="59"/>
                      <a:pt x="49" y="59"/>
                    </a:cubicBezTo>
                    <a:close/>
                    <a:moveTo>
                      <a:pt x="100" y="59"/>
                    </a:moveTo>
                    <a:cubicBezTo>
                      <a:pt x="93" y="59"/>
                      <a:pt x="87" y="53"/>
                      <a:pt x="87" y="46"/>
                    </a:cubicBezTo>
                    <a:cubicBezTo>
                      <a:pt x="87" y="39"/>
                      <a:pt x="93" y="33"/>
                      <a:pt x="100" y="33"/>
                    </a:cubicBezTo>
                    <a:cubicBezTo>
                      <a:pt x="107" y="33"/>
                      <a:pt x="112" y="39"/>
                      <a:pt x="112" y="46"/>
                    </a:cubicBezTo>
                    <a:cubicBezTo>
                      <a:pt x="112" y="53"/>
                      <a:pt x="107" y="59"/>
                      <a:pt x="100" y="59"/>
                    </a:cubicBezTo>
                    <a:close/>
                    <a:moveTo>
                      <a:pt x="150" y="59"/>
                    </a:moveTo>
                    <a:cubicBezTo>
                      <a:pt x="143" y="59"/>
                      <a:pt x="138" y="53"/>
                      <a:pt x="138" y="46"/>
                    </a:cubicBezTo>
                    <a:cubicBezTo>
                      <a:pt x="138" y="39"/>
                      <a:pt x="143" y="33"/>
                      <a:pt x="150" y="33"/>
                    </a:cubicBezTo>
                    <a:cubicBezTo>
                      <a:pt x="157" y="33"/>
                      <a:pt x="163" y="39"/>
                      <a:pt x="163" y="46"/>
                    </a:cubicBezTo>
                    <a:cubicBezTo>
                      <a:pt x="163" y="53"/>
                      <a:pt x="157" y="59"/>
                      <a:pt x="150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65" name="Freeform 14"/>
              <p:cNvSpPr>
                <a:spLocks noEditPoints="1"/>
              </p:cNvSpPr>
              <p:nvPr/>
            </p:nvSpPr>
            <p:spPr bwMode="auto">
              <a:xfrm>
                <a:off x="8366125" y="6111875"/>
                <a:ext cx="1587500" cy="952500"/>
              </a:xfrm>
              <a:custGeom>
                <a:avLst/>
                <a:gdLst>
                  <a:gd name="T0" fmla="*/ 0 w 507"/>
                  <a:gd name="T1" fmla="*/ 268 h 304"/>
                  <a:gd name="T2" fmla="*/ 36 w 507"/>
                  <a:gd name="T3" fmla="*/ 304 h 304"/>
                  <a:gd name="T4" fmla="*/ 471 w 507"/>
                  <a:gd name="T5" fmla="*/ 304 h 304"/>
                  <a:gd name="T6" fmla="*/ 507 w 507"/>
                  <a:gd name="T7" fmla="*/ 268 h 304"/>
                  <a:gd name="T8" fmla="*/ 507 w 507"/>
                  <a:gd name="T9" fmla="*/ 0 h 304"/>
                  <a:gd name="T10" fmla="*/ 0 w 507"/>
                  <a:gd name="T11" fmla="*/ 0 h 304"/>
                  <a:gd name="T12" fmla="*/ 0 w 507"/>
                  <a:gd name="T13" fmla="*/ 268 h 304"/>
                  <a:gd name="T14" fmla="*/ 299 w 507"/>
                  <a:gd name="T15" fmla="*/ 54 h 304"/>
                  <a:gd name="T16" fmla="*/ 432 w 507"/>
                  <a:gd name="T17" fmla="*/ 54 h 304"/>
                  <a:gd name="T18" fmla="*/ 432 w 507"/>
                  <a:gd name="T19" fmla="*/ 184 h 304"/>
                  <a:gd name="T20" fmla="*/ 299 w 507"/>
                  <a:gd name="T21" fmla="*/ 184 h 304"/>
                  <a:gd name="T22" fmla="*/ 299 w 507"/>
                  <a:gd name="T23" fmla="*/ 54 h 304"/>
                  <a:gd name="T24" fmla="*/ 75 w 507"/>
                  <a:gd name="T25" fmla="*/ 54 h 304"/>
                  <a:gd name="T26" fmla="*/ 259 w 507"/>
                  <a:gd name="T27" fmla="*/ 54 h 304"/>
                  <a:gd name="T28" fmla="*/ 259 w 507"/>
                  <a:gd name="T29" fmla="*/ 75 h 304"/>
                  <a:gd name="T30" fmla="*/ 75 w 507"/>
                  <a:gd name="T31" fmla="*/ 75 h 304"/>
                  <a:gd name="T32" fmla="*/ 75 w 507"/>
                  <a:gd name="T33" fmla="*/ 54 h 304"/>
                  <a:gd name="T34" fmla="*/ 75 w 507"/>
                  <a:gd name="T35" fmla="*/ 109 h 304"/>
                  <a:gd name="T36" fmla="*/ 259 w 507"/>
                  <a:gd name="T37" fmla="*/ 109 h 304"/>
                  <a:gd name="T38" fmla="*/ 259 w 507"/>
                  <a:gd name="T39" fmla="*/ 130 h 304"/>
                  <a:gd name="T40" fmla="*/ 75 w 507"/>
                  <a:gd name="T41" fmla="*/ 130 h 304"/>
                  <a:gd name="T42" fmla="*/ 75 w 507"/>
                  <a:gd name="T43" fmla="*/ 109 h 304"/>
                  <a:gd name="T44" fmla="*/ 75 w 507"/>
                  <a:gd name="T45" fmla="*/ 163 h 304"/>
                  <a:gd name="T46" fmla="*/ 259 w 507"/>
                  <a:gd name="T47" fmla="*/ 163 h 304"/>
                  <a:gd name="T48" fmla="*/ 259 w 507"/>
                  <a:gd name="T49" fmla="*/ 184 h 304"/>
                  <a:gd name="T50" fmla="*/ 75 w 507"/>
                  <a:gd name="T51" fmla="*/ 184 h 304"/>
                  <a:gd name="T52" fmla="*/ 75 w 507"/>
                  <a:gd name="T53" fmla="*/ 163 h 304"/>
                  <a:gd name="T54" fmla="*/ 75 w 507"/>
                  <a:gd name="T55" fmla="*/ 217 h 304"/>
                  <a:gd name="T56" fmla="*/ 432 w 507"/>
                  <a:gd name="T57" fmla="*/ 217 h 304"/>
                  <a:gd name="T58" fmla="*/ 432 w 507"/>
                  <a:gd name="T59" fmla="*/ 238 h 304"/>
                  <a:gd name="T60" fmla="*/ 75 w 507"/>
                  <a:gd name="T61" fmla="*/ 238 h 304"/>
                  <a:gd name="T62" fmla="*/ 75 w 507"/>
                  <a:gd name="T63" fmla="*/ 217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07" h="304">
                    <a:moveTo>
                      <a:pt x="0" y="268"/>
                    </a:moveTo>
                    <a:cubicBezTo>
                      <a:pt x="0" y="288"/>
                      <a:pt x="16" y="304"/>
                      <a:pt x="36" y="304"/>
                    </a:cubicBezTo>
                    <a:cubicBezTo>
                      <a:pt x="471" y="304"/>
                      <a:pt x="471" y="304"/>
                      <a:pt x="471" y="304"/>
                    </a:cubicBezTo>
                    <a:cubicBezTo>
                      <a:pt x="491" y="304"/>
                      <a:pt x="507" y="288"/>
                      <a:pt x="507" y="268"/>
                    </a:cubicBezTo>
                    <a:cubicBezTo>
                      <a:pt x="507" y="0"/>
                      <a:pt x="507" y="0"/>
                      <a:pt x="5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68"/>
                    </a:lnTo>
                    <a:close/>
                    <a:moveTo>
                      <a:pt x="299" y="54"/>
                    </a:moveTo>
                    <a:cubicBezTo>
                      <a:pt x="432" y="54"/>
                      <a:pt x="432" y="54"/>
                      <a:pt x="432" y="54"/>
                    </a:cubicBezTo>
                    <a:cubicBezTo>
                      <a:pt x="432" y="184"/>
                      <a:pt x="432" y="184"/>
                      <a:pt x="432" y="184"/>
                    </a:cubicBezTo>
                    <a:cubicBezTo>
                      <a:pt x="299" y="184"/>
                      <a:pt x="299" y="184"/>
                      <a:pt x="299" y="184"/>
                    </a:cubicBezTo>
                    <a:lnTo>
                      <a:pt x="299" y="54"/>
                    </a:lnTo>
                    <a:close/>
                    <a:moveTo>
                      <a:pt x="75" y="54"/>
                    </a:moveTo>
                    <a:cubicBezTo>
                      <a:pt x="259" y="54"/>
                      <a:pt x="259" y="54"/>
                      <a:pt x="259" y="54"/>
                    </a:cubicBezTo>
                    <a:cubicBezTo>
                      <a:pt x="259" y="75"/>
                      <a:pt x="259" y="75"/>
                      <a:pt x="259" y="75"/>
                    </a:cubicBezTo>
                    <a:cubicBezTo>
                      <a:pt x="75" y="75"/>
                      <a:pt x="75" y="75"/>
                      <a:pt x="75" y="75"/>
                    </a:cubicBezTo>
                    <a:lnTo>
                      <a:pt x="75" y="54"/>
                    </a:lnTo>
                    <a:close/>
                    <a:moveTo>
                      <a:pt x="75" y="109"/>
                    </a:moveTo>
                    <a:cubicBezTo>
                      <a:pt x="259" y="109"/>
                      <a:pt x="259" y="109"/>
                      <a:pt x="259" y="109"/>
                    </a:cubicBezTo>
                    <a:cubicBezTo>
                      <a:pt x="259" y="130"/>
                      <a:pt x="259" y="130"/>
                      <a:pt x="259" y="130"/>
                    </a:cubicBezTo>
                    <a:cubicBezTo>
                      <a:pt x="75" y="130"/>
                      <a:pt x="75" y="130"/>
                      <a:pt x="75" y="130"/>
                    </a:cubicBezTo>
                    <a:lnTo>
                      <a:pt x="75" y="109"/>
                    </a:lnTo>
                    <a:close/>
                    <a:moveTo>
                      <a:pt x="75" y="163"/>
                    </a:moveTo>
                    <a:cubicBezTo>
                      <a:pt x="259" y="163"/>
                      <a:pt x="259" y="163"/>
                      <a:pt x="259" y="163"/>
                    </a:cubicBezTo>
                    <a:cubicBezTo>
                      <a:pt x="259" y="184"/>
                      <a:pt x="259" y="184"/>
                      <a:pt x="259" y="184"/>
                    </a:cubicBezTo>
                    <a:cubicBezTo>
                      <a:pt x="75" y="184"/>
                      <a:pt x="75" y="184"/>
                      <a:pt x="75" y="184"/>
                    </a:cubicBezTo>
                    <a:lnTo>
                      <a:pt x="75" y="163"/>
                    </a:lnTo>
                    <a:close/>
                    <a:moveTo>
                      <a:pt x="75" y="217"/>
                    </a:moveTo>
                    <a:cubicBezTo>
                      <a:pt x="432" y="217"/>
                      <a:pt x="432" y="217"/>
                      <a:pt x="432" y="217"/>
                    </a:cubicBezTo>
                    <a:cubicBezTo>
                      <a:pt x="432" y="238"/>
                      <a:pt x="432" y="238"/>
                      <a:pt x="432" y="238"/>
                    </a:cubicBezTo>
                    <a:cubicBezTo>
                      <a:pt x="75" y="238"/>
                      <a:pt x="75" y="238"/>
                      <a:pt x="75" y="238"/>
                    </a:cubicBezTo>
                    <a:lnTo>
                      <a:pt x="75" y="21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</p:grpSp>
        <p:grpSp>
          <p:nvGrpSpPr>
            <p:cNvPr id="66" name="Group 65"/>
            <p:cNvGrpSpPr/>
            <p:nvPr/>
          </p:nvGrpSpPr>
          <p:grpSpPr>
            <a:xfrm>
              <a:off x="3520" y="8218"/>
              <a:ext cx="477" cy="375"/>
              <a:chOff x="11385550" y="5818188"/>
              <a:chExt cx="1587500" cy="1246187"/>
            </a:xfrm>
          </p:grpSpPr>
          <p:sp>
            <p:nvSpPr>
              <p:cNvPr id="67" name="Freeform 15"/>
              <p:cNvSpPr>
                <a:spLocks noEditPoints="1"/>
              </p:cNvSpPr>
              <p:nvPr/>
            </p:nvSpPr>
            <p:spPr bwMode="auto">
              <a:xfrm>
                <a:off x="11385550" y="5818188"/>
                <a:ext cx="1587500" cy="263525"/>
              </a:xfrm>
              <a:custGeom>
                <a:avLst/>
                <a:gdLst>
                  <a:gd name="T0" fmla="*/ 470 w 507"/>
                  <a:gd name="T1" fmla="*/ 0 h 84"/>
                  <a:gd name="T2" fmla="*/ 36 w 507"/>
                  <a:gd name="T3" fmla="*/ 0 h 84"/>
                  <a:gd name="T4" fmla="*/ 0 w 507"/>
                  <a:gd name="T5" fmla="*/ 37 h 84"/>
                  <a:gd name="T6" fmla="*/ 0 w 507"/>
                  <a:gd name="T7" fmla="*/ 84 h 84"/>
                  <a:gd name="T8" fmla="*/ 507 w 507"/>
                  <a:gd name="T9" fmla="*/ 84 h 84"/>
                  <a:gd name="T10" fmla="*/ 507 w 507"/>
                  <a:gd name="T11" fmla="*/ 37 h 84"/>
                  <a:gd name="T12" fmla="*/ 470 w 507"/>
                  <a:gd name="T13" fmla="*/ 0 h 84"/>
                  <a:gd name="T14" fmla="*/ 49 w 507"/>
                  <a:gd name="T15" fmla="*/ 59 h 84"/>
                  <a:gd name="T16" fmla="*/ 36 w 507"/>
                  <a:gd name="T17" fmla="*/ 46 h 84"/>
                  <a:gd name="T18" fmla="*/ 49 w 507"/>
                  <a:gd name="T19" fmla="*/ 33 h 84"/>
                  <a:gd name="T20" fmla="*/ 61 w 507"/>
                  <a:gd name="T21" fmla="*/ 46 h 84"/>
                  <a:gd name="T22" fmla="*/ 49 w 507"/>
                  <a:gd name="T23" fmla="*/ 59 h 84"/>
                  <a:gd name="T24" fmla="*/ 99 w 507"/>
                  <a:gd name="T25" fmla="*/ 59 h 84"/>
                  <a:gd name="T26" fmla="*/ 87 w 507"/>
                  <a:gd name="T27" fmla="*/ 46 h 84"/>
                  <a:gd name="T28" fmla="*/ 99 w 507"/>
                  <a:gd name="T29" fmla="*/ 33 h 84"/>
                  <a:gd name="T30" fmla="*/ 112 w 507"/>
                  <a:gd name="T31" fmla="*/ 46 h 84"/>
                  <a:gd name="T32" fmla="*/ 99 w 507"/>
                  <a:gd name="T33" fmla="*/ 59 h 84"/>
                  <a:gd name="T34" fmla="*/ 150 w 507"/>
                  <a:gd name="T35" fmla="*/ 59 h 84"/>
                  <a:gd name="T36" fmla="*/ 137 w 507"/>
                  <a:gd name="T37" fmla="*/ 46 h 84"/>
                  <a:gd name="T38" fmla="*/ 150 w 507"/>
                  <a:gd name="T39" fmla="*/ 33 h 84"/>
                  <a:gd name="T40" fmla="*/ 163 w 507"/>
                  <a:gd name="T41" fmla="*/ 46 h 84"/>
                  <a:gd name="T42" fmla="*/ 150 w 507"/>
                  <a:gd name="T43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07" h="84">
                    <a:moveTo>
                      <a:pt x="470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7"/>
                      <a:pt x="0" y="37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507" y="84"/>
                      <a:pt x="507" y="84"/>
                      <a:pt x="507" y="84"/>
                    </a:cubicBezTo>
                    <a:cubicBezTo>
                      <a:pt x="507" y="37"/>
                      <a:pt x="507" y="37"/>
                      <a:pt x="507" y="37"/>
                    </a:cubicBezTo>
                    <a:cubicBezTo>
                      <a:pt x="507" y="17"/>
                      <a:pt x="490" y="0"/>
                      <a:pt x="470" y="0"/>
                    </a:cubicBezTo>
                    <a:close/>
                    <a:moveTo>
                      <a:pt x="49" y="59"/>
                    </a:moveTo>
                    <a:cubicBezTo>
                      <a:pt x="42" y="59"/>
                      <a:pt x="36" y="53"/>
                      <a:pt x="36" y="46"/>
                    </a:cubicBezTo>
                    <a:cubicBezTo>
                      <a:pt x="36" y="39"/>
                      <a:pt x="42" y="33"/>
                      <a:pt x="49" y="33"/>
                    </a:cubicBezTo>
                    <a:cubicBezTo>
                      <a:pt x="56" y="33"/>
                      <a:pt x="61" y="39"/>
                      <a:pt x="61" y="46"/>
                    </a:cubicBezTo>
                    <a:cubicBezTo>
                      <a:pt x="61" y="53"/>
                      <a:pt x="56" y="59"/>
                      <a:pt x="49" y="59"/>
                    </a:cubicBezTo>
                    <a:close/>
                    <a:moveTo>
                      <a:pt x="99" y="59"/>
                    </a:moveTo>
                    <a:cubicBezTo>
                      <a:pt x="92" y="59"/>
                      <a:pt x="87" y="53"/>
                      <a:pt x="87" y="46"/>
                    </a:cubicBezTo>
                    <a:cubicBezTo>
                      <a:pt x="87" y="39"/>
                      <a:pt x="92" y="33"/>
                      <a:pt x="99" y="33"/>
                    </a:cubicBezTo>
                    <a:cubicBezTo>
                      <a:pt x="106" y="33"/>
                      <a:pt x="112" y="39"/>
                      <a:pt x="112" y="46"/>
                    </a:cubicBezTo>
                    <a:cubicBezTo>
                      <a:pt x="112" y="53"/>
                      <a:pt x="106" y="59"/>
                      <a:pt x="99" y="59"/>
                    </a:cubicBezTo>
                    <a:close/>
                    <a:moveTo>
                      <a:pt x="150" y="59"/>
                    </a:moveTo>
                    <a:cubicBezTo>
                      <a:pt x="143" y="59"/>
                      <a:pt x="137" y="53"/>
                      <a:pt x="137" y="46"/>
                    </a:cubicBezTo>
                    <a:cubicBezTo>
                      <a:pt x="137" y="39"/>
                      <a:pt x="143" y="33"/>
                      <a:pt x="150" y="33"/>
                    </a:cubicBezTo>
                    <a:cubicBezTo>
                      <a:pt x="157" y="33"/>
                      <a:pt x="163" y="39"/>
                      <a:pt x="163" y="46"/>
                    </a:cubicBezTo>
                    <a:cubicBezTo>
                      <a:pt x="163" y="53"/>
                      <a:pt x="157" y="59"/>
                      <a:pt x="150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68" name="Freeform 16"/>
              <p:cNvSpPr>
                <a:spLocks noEditPoints="1"/>
              </p:cNvSpPr>
              <p:nvPr/>
            </p:nvSpPr>
            <p:spPr bwMode="auto">
              <a:xfrm>
                <a:off x="11385550" y="6111875"/>
                <a:ext cx="1587500" cy="952500"/>
              </a:xfrm>
              <a:custGeom>
                <a:avLst/>
                <a:gdLst>
                  <a:gd name="T0" fmla="*/ 0 w 507"/>
                  <a:gd name="T1" fmla="*/ 268 h 304"/>
                  <a:gd name="T2" fmla="*/ 36 w 507"/>
                  <a:gd name="T3" fmla="*/ 304 h 304"/>
                  <a:gd name="T4" fmla="*/ 470 w 507"/>
                  <a:gd name="T5" fmla="*/ 304 h 304"/>
                  <a:gd name="T6" fmla="*/ 507 w 507"/>
                  <a:gd name="T7" fmla="*/ 268 h 304"/>
                  <a:gd name="T8" fmla="*/ 507 w 507"/>
                  <a:gd name="T9" fmla="*/ 0 h 304"/>
                  <a:gd name="T10" fmla="*/ 0 w 507"/>
                  <a:gd name="T11" fmla="*/ 0 h 304"/>
                  <a:gd name="T12" fmla="*/ 0 w 507"/>
                  <a:gd name="T13" fmla="*/ 268 h 304"/>
                  <a:gd name="T14" fmla="*/ 161 w 507"/>
                  <a:gd name="T15" fmla="*/ 136 h 304"/>
                  <a:gd name="T16" fmla="*/ 166 w 507"/>
                  <a:gd name="T17" fmla="*/ 131 h 304"/>
                  <a:gd name="T18" fmla="*/ 169 w 507"/>
                  <a:gd name="T19" fmla="*/ 131 h 304"/>
                  <a:gd name="T20" fmla="*/ 179 w 507"/>
                  <a:gd name="T21" fmla="*/ 108 h 304"/>
                  <a:gd name="T22" fmla="*/ 177 w 507"/>
                  <a:gd name="T23" fmla="*/ 106 h 304"/>
                  <a:gd name="T24" fmla="*/ 177 w 507"/>
                  <a:gd name="T25" fmla="*/ 98 h 304"/>
                  <a:gd name="T26" fmla="*/ 200 w 507"/>
                  <a:gd name="T27" fmla="*/ 75 h 304"/>
                  <a:gd name="T28" fmla="*/ 207 w 507"/>
                  <a:gd name="T29" fmla="*/ 75 h 304"/>
                  <a:gd name="T30" fmla="*/ 209 w 507"/>
                  <a:gd name="T31" fmla="*/ 77 h 304"/>
                  <a:gd name="T32" fmla="*/ 232 w 507"/>
                  <a:gd name="T33" fmla="*/ 68 h 304"/>
                  <a:gd name="T34" fmla="*/ 232 w 507"/>
                  <a:gd name="T35" fmla="*/ 65 h 304"/>
                  <a:gd name="T36" fmla="*/ 237 w 507"/>
                  <a:gd name="T37" fmla="*/ 60 h 304"/>
                  <a:gd name="T38" fmla="*/ 269 w 507"/>
                  <a:gd name="T39" fmla="*/ 60 h 304"/>
                  <a:gd name="T40" fmla="*/ 275 w 507"/>
                  <a:gd name="T41" fmla="*/ 65 h 304"/>
                  <a:gd name="T42" fmla="*/ 275 w 507"/>
                  <a:gd name="T43" fmla="*/ 68 h 304"/>
                  <a:gd name="T44" fmla="*/ 297 w 507"/>
                  <a:gd name="T45" fmla="*/ 77 h 304"/>
                  <a:gd name="T46" fmla="*/ 299 w 507"/>
                  <a:gd name="T47" fmla="*/ 75 h 304"/>
                  <a:gd name="T48" fmla="*/ 307 w 507"/>
                  <a:gd name="T49" fmla="*/ 75 h 304"/>
                  <a:gd name="T50" fmla="*/ 330 w 507"/>
                  <a:gd name="T51" fmla="*/ 98 h 304"/>
                  <a:gd name="T52" fmla="*/ 330 w 507"/>
                  <a:gd name="T53" fmla="*/ 106 h 304"/>
                  <a:gd name="T54" fmla="*/ 328 w 507"/>
                  <a:gd name="T55" fmla="*/ 108 h 304"/>
                  <a:gd name="T56" fmla="*/ 337 w 507"/>
                  <a:gd name="T57" fmla="*/ 131 h 304"/>
                  <a:gd name="T58" fmla="*/ 340 w 507"/>
                  <a:gd name="T59" fmla="*/ 131 h 304"/>
                  <a:gd name="T60" fmla="*/ 345 w 507"/>
                  <a:gd name="T61" fmla="*/ 136 h 304"/>
                  <a:gd name="T62" fmla="*/ 345 w 507"/>
                  <a:gd name="T63" fmla="*/ 168 h 304"/>
                  <a:gd name="T64" fmla="*/ 340 w 507"/>
                  <a:gd name="T65" fmla="*/ 173 h 304"/>
                  <a:gd name="T66" fmla="*/ 337 w 507"/>
                  <a:gd name="T67" fmla="*/ 173 h 304"/>
                  <a:gd name="T68" fmla="*/ 328 w 507"/>
                  <a:gd name="T69" fmla="*/ 196 h 304"/>
                  <a:gd name="T70" fmla="*/ 330 w 507"/>
                  <a:gd name="T71" fmla="*/ 198 h 304"/>
                  <a:gd name="T72" fmla="*/ 330 w 507"/>
                  <a:gd name="T73" fmla="*/ 206 h 304"/>
                  <a:gd name="T74" fmla="*/ 307 w 507"/>
                  <a:gd name="T75" fmla="*/ 229 h 304"/>
                  <a:gd name="T76" fmla="*/ 299 w 507"/>
                  <a:gd name="T77" fmla="*/ 229 h 304"/>
                  <a:gd name="T78" fmla="*/ 297 w 507"/>
                  <a:gd name="T79" fmla="*/ 226 h 304"/>
                  <a:gd name="T80" fmla="*/ 275 w 507"/>
                  <a:gd name="T81" fmla="*/ 236 h 304"/>
                  <a:gd name="T82" fmla="*/ 275 w 507"/>
                  <a:gd name="T83" fmla="*/ 239 h 304"/>
                  <a:gd name="T84" fmla="*/ 269 w 507"/>
                  <a:gd name="T85" fmla="*/ 244 h 304"/>
                  <a:gd name="T86" fmla="*/ 237 w 507"/>
                  <a:gd name="T87" fmla="*/ 244 h 304"/>
                  <a:gd name="T88" fmla="*/ 232 w 507"/>
                  <a:gd name="T89" fmla="*/ 239 h 304"/>
                  <a:gd name="T90" fmla="*/ 232 w 507"/>
                  <a:gd name="T91" fmla="*/ 236 h 304"/>
                  <a:gd name="T92" fmla="*/ 209 w 507"/>
                  <a:gd name="T93" fmla="*/ 226 h 304"/>
                  <a:gd name="T94" fmla="*/ 207 w 507"/>
                  <a:gd name="T95" fmla="*/ 229 h 304"/>
                  <a:gd name="T96" fmla="*/ 200 w 507"/>
                  <a:gd name="T97" fmla="*/ 229 h 304"/>
                  <a:gd name="T98" fmla="*/ 177 w 507"/>
                  <a:gd name="T99" fmla="*/ 206 h 304"/>
                  <a:gd name="T100" fmla="*/ 177 w 507"/>
                  <a:gd name="T101" fmla="*/ 198 h 304"/>
                  <a:gd name="T102" fmla="*/ 179 w 507"/>
                  <a:gd name="T103" fmla="*/ 196 h 304"/>
                  <a:gd name="T104" fmla="*/ 169 w 507"/>
                  <a:gd name="T105" fmla="*/ 173 h 304"/>
                  <a:gd name="T106" fmla="*/ 166 w 507"/>
                  <a:gd name="T107" fmla="*/ 173 h 304"/>
                  <a:gd name="T108" fmla="*/ 161 w 507"/>
                  <a:gd name="T109" fmla="*/ 168 h 304"/>
                  <a:gd name="T110" fmla="*/ 161 w 507"/>
                  <a:gd name="T111" fmla="*/ 136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507" h="304">
                    <a:moveTo>
                      <a:pt x="0" y="268"/>
                    </a:moveTo>
                    <a:cubicBezTo>
                      <a:pt x="0" y="288"/>
                      <a:pt x="16" y="304"/>
                      <a:pt x="36" y="304"/>
                    </a:cubicBezTo>
                    <a:cubicBezTo>
                      <a:pt x="470" y="304"/>
                      <a:pt x="470" y="304"/>
                      <a:pt x="470" y="304"/>
                    </a:cubicBezTo>
                    <a:cubicBezTo>
                      <a:pt x="490" y="304"/>
                      <a:pt x="507" y="288"/>
                      <a:pt x="507" y="268"/>
                    </a:cubicBezTo>
                    <a:cubicBezTo>
                      <a:pt x="507" y="0"/>
                      <a:pt x="507" y="0"/>
                      <a:pt x="5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68"/>
                    </a:lnTo>
                    <a:close/>
                    <a:moveTo>
                      <a:pt x="161" y="136"/>
                    </a:moveTo>
                    <a:cubicBezTo>
                      <a:pt x="161" y="133"/>
                      <a:pt x="163" y="131"/>
                      <a:pt x="166" y="131"/>
                    </a:cubicBezTo>
                    <a:cubicBezTo>
                      <a:pt x="169" y="131"/>
                      <a:pt x="169" y="131"/>
                      <a:pt x="169" y="131"/>
                    </a:cubicBezTo>
                    <a:cubicBezTo>
                      <a:pt x="171" y="122"/>
                      <a:pt x="175" y="115"/>
                      <a:pt x="179" y="108"/>
                    </a:cubicBezTo>
                    <a:cubicBezTo>
                      <a:pt x="177" y="106"/>
                      <a:pt x="177" y="106"/>
                      <a:pt x="177" y="106"/>
                    </a:cubicBezTo>
                    <a:cubicBezTo>
                      <a:pt x="175" y="104"/>
                      <a:pt x="175" y="100"/>
                      <a:pt x="177" y="98"/>
                    </a:cubicBezTo>
                    <a:cubicBezTo>
                      <a:pt x="200" y="75"/>
                      <a:pt x="200" y="75"/>
                      <a:pt x="200" y="75"/>
                    </a:cubicBezTo>
                    <a:cubicBezTo>
                      <a:pt x="202" y="73"/>
                      <a:pt x="205" y="73"/>
                      <a:pt x="207" y="75"/>
                    </a:cubicBezTo>
                    <a:cubicBezTo>
                      <a:pt x="209" y="77"/>
                      <a:pt x="209" y="77"/>
                      <a:pt x="209" y="77"/>
                    </a:cubicBezTo>
                    <a:cubicBezTo>
                      <a:pt x="216" y="73"/>
                      <a:pt x="224" y="70"/>
                      <a:pt x="232" y="68"/>
                    </a:cubicBezTo>
                    <a:cubicBezTo>
                      <a:pt x="232" y="65"/>
                      <a:pt x="232" y="65"/>
                      <a:pt x="232" y="65"/>
                    </a:cubicBezTo>
                    <a:cubicBezTo>
                      <a:pt x="232" y="62"/>
                      <a:pt x="234" y="60"/>
                      <a:pt x="237" y="60"/>
                    </a:cubicBezTo>
                    <a:cubicBezTo>
                      <a:pt x="269" y="60"/>
                      <a:pt x="269" y="60"/>
                      <a:pt x="269" y="60"/>
                    </a:cubicBezTo>
                    <a:cubicBezTo>
                      <a:pt x="272" y="60"/>
                      <a:pt x="275" y="62"/>
                      <a:pt x="275" y="65"/>
                    </a:cubicBezTo>
                    <a:cubicBezTo>
                      <a:pt x="275" y="68"/>
                      <a:pt x="275" y="68"/>
                      <a:pt x="275" y="68"/>
                    </a:cubicBezTo>
                    <a:cubicBezTo>
                      <a:pt x="283" y="70"/>
                      <a:pt x="290" y="73"/>
                      <a:pt x="297" y="77"/>
                    </a:cubicBezTo>
                    <a:cubicBezTo>
                      <a:pt x="299" y="75"/>
                      <a:pt x="299" y="75"/>
                      <a:pt x="299" y="75"/>
                    </a:cubicBezTo>
                    <a:cubicBezTo>
                      <a:pt x="301" y="73"/>
                      <a:pt x="305" y="73"/>
                      <a:pt x="307" y="75"/>
                    </a:cubicBezTo>
                    <a:cubicBezTo>
                      <a:pt x="330" y="98"/>
                      <a:pt x="330" y="98"/>
                      <a:pt x="330" y="98"/>
                    </a:cubicBezTo>
                    <a:cubicBezTo>
                      <a:pt x="332" y="100"/>
                      <a:pt x="332" y="104"/>
                      <a:pt x="330" y="106"/>
                    </a:cubicBezTo>
                    <a:cubicBezTo>
                      <a:pt x="328" y="108"/>
                      <a:pt x="328" y="108"/>
                      <a:pt x="328" y="108"/>
                    </a:cubicBezTo>
                    <a:cubicBezTo>
                      <a:pt x="332" y="115"/>
                      <a:pt x="335" y="122"/>
                      <a:pt x="337" y="131"/>
                    </a:cubicBezTo>
                    <a:cubicBezTo>
                      <a:pt x="340" y="131"/>
                      <a:pt x="340" y="131"/>
                      <a:pt x="340" y="131"/>
                    </a:cubicBezTo>
                    <a:cubicBezTo>
                      <a:pt x="343" y="131"/>
                      <a:pt x="345" y="133"/>
                      <a:pt x="345" y="136"/>
                    </a:cubicBezTo>
                    <a:cubicBezTo>
                      <a:pt x="345" y="168"/>
                      <a:pt x="345" y="168"/>
                      <a:pt x="345" y="168"/>
                    </a:cubicBezTo>
                    <a:cubicBezTo>
                      <a:pt x="345" y="171"/>
                      <a:pt x="343" y="173"/>
                      <a:pt x="340" y="173"/>
                    </a:cubicBezTo>
                    <a:cubicBezTo>
                      <a:pt x="337" y="173"/>
                      <a:pt x="337" y="173"/>
                      <a:pt x="337" y="173"/>
                    </a:cubicBezTo>
                    <a:cubicBezTo>
                      <a:pt x="335" y="182"/>
                      <a:pt x="332" y="189"/>
                      <a:pt x="328" y="196"/>
                    </a:cubicBezTo>
                    <a:cubicBezTo>
                      <a:pt x="330" y="198"/>
                      <a:pt x="330" y="198"/>
                      <a:pt x="330" y="198"/>
                    </a:cubicBezTo>
                    <a:cubicBezTo>
                      <a:pt x="332" y="200"/>
                      <a:pt x="332" y="204"/>
                      <a:pt x="330" y="206"/>
                    </a:cubicBezTo>
                    <a:cubicBezTo>
                      <a:pt x="307" y="229"/>
                      <a:pt x="307" y="229"/>
                      <a:pt x="307" y="229"/>
                    </a:cubicBezTo>
                    <a:cubicBezTo>
                      <a:pt x="305" y="231"/>
                      <a:pt x="301" y="231"/>
                      <a:pt x="299" y="229"/>
                    </a:cubicBezTo>
                    <a:cubicBezTo>
                      <a:pt x="297" y="226"/>
                      <a:pt x="297" y="226"/>
                      <a:pt x="297" y="226"/>
                    </a:cubicBezTo>
                    <a:cubicBezTo>
                      <a:pt x="290" y="231"/>
                      <a:pt x="283" y="234"/>
                      <a:pt x="275" y="236"/>
                    </a:cubicBezTo>
                    <a:cubicBezTo>
                      <a:pt x="275" y="239"/>
                      <a:pt x="275" y="239"/>
                      <a:pt x="275" y="239"/>
                    </a:cubicBezTo>
                    <a:cubicBezTo>
                      <a:pt x="275" y="242"/>
                      <a:pt x="272" y="244"/>
                      <a:pt x="269" y="244"/>
                    </a:cubicBezTo>
                    <a:cubicBezTo>
                      <a:pt x="237" y="244"/>
                      <a:pt x="237" y="244"/>
                      <a:pt x="237" y="244"/>
                    </a:cubicBezTo>
                    <a:cubicBezTo>
                      <a:pt x="234" y="244"/>
                      <a:pt x="232" y="242"/>
                      <a:pt x="232" y="239"/>
                    </a:cubicBezTo>
                    <a:cubicBezTo>
                      <a:pt x="232" y="236"/>
                      <a:pt x="232" y="236"/>
                      <a:pt x="232" y="236"/>
                    </a:cubicBezTo>
                    <a:cubicBezTo>
                      <a:pt x="224" y="234"/>
                      <a:pt x="216" y="231"/>
                      <a:pt x="209" y="226"/>
                    </a:cubicBezTo>
                    <a:cubicBezTo>
                      <a:pt x="207" y="229"/>
                      <a:pt x="207" y="229"/>
                      <a:pt x="207" y="229"/>
                    </a:cubicBezTo>
                    <a:cubicBezTo>
                      <a:pt x="205" y="231"/>
                      <a:pt x="202" y="231"/>
                      <a:pt x="200" y="229"/>
                    </a:cubicBezTo>
                    <a:cubicBezTo>
                      <a:pt x="177" y="206"/>
                      <a:pt x="177" y="206"/>
                      <a:pt x="177" y="206"/>
                    </a:cubicBezTo>
                    <a:cubicBezTo>
                      <a:pt x="175" y="204"/>
                      <a:pt x="175" y="200"/>
                      <a:pt x="177" y="198"/>
                    </a:cubicBezTo>
                    <a:cubicBezTo>
                      <a:pt x="179" y="196"/>
                      <a:pt x="179" y="196"/>
                      <a:pt x="179" y="196"/>
                    </a:cubicBezTo>
                    <a:cubicBezTo>
                      <a:pt x="175" y="189"/>
                      <a:pt x="171" y="182"/>
                      <a:pt x="169" y="173"/>
                    </a:cubicBezTo>
                    <a:cubicBezTo>
                      <a:pt x="166" y="173"/>
                      <a:pt x="166" y="173"/>
                      <a:pt x="166" y="173"/>
                    </a:cubicBezTo>
                    <a:cubicBezTo>
                      <a:pt x="163" y="173"/>
                      <a:pt x="161" y="171"/>
                      <a:pt x="161" y="168"/>
                    </a:cubicBezTo>
                    <a:lnTo>
                      <a:pt x="161" y="13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69" name="Freeform 17"/>
              <p:cNvSpPr>
                <a:spLocks noEditPoints="1"/>
              </p:cNvSpPr>
              <p:nvPr/>
            </p:nvSpPr>
            <p:spPr bwMode="auto">
              <a:xfrm>
                <a:off x="12049125" y="6453188"/>
                <a:ext cx="261937" cy="260350"/>
              </a:xfrm>
              <a:custGeom>
                <a:avLst/>
                <a:gdLst>
                  <a:gd name="T0" fmla="*/ 42 w 84"/>
                  <a:gd name="T1" fmla="*/ 83 h 83"/>
                  <a:gd name="T2" fmla="*/ 84 w 84"/>
                  <a:gd name="T3" fmla="*/ 42 h 83"/>
                  <a:gd name="T4" fmla="*/ 42 w 84"/>
                  <a:gd name="T5" fmla="*/ 0 h 83"/>
                  <a:gd name="T6" fmla="*/ 0 w 84"/>
                  <a:gd name="T7" fmla="*/ 42 h 83"/>
                  <a:gd name="T8" fmla="*/ 42 w 84"/>
                  <a:gd name="T9" fmla="*/ 83 h 83"/>
                  <a:gd name="T10" fmla="*/ 42 w 84"/>
                  <a:gd name="T11" fmla="*/ 31 h 83"/>
                  <a:gd name="T12" fmla="*/ 53 w 84"/>
                  <a:gd name="T13" fmla="*/ 42 h 83"/>
                  <a:gd name="T14" fmla="*/ 42 w 84"/>
                  <a:gd name="T15" fmla="*/ 53 h 83"/>
                  <a:gd name="T16" fmla="*/ 31 w 84"/>
                  <a:gd name="T17" fmla="*/ 42 h 83"/>
                  <a:gd name="T18" fmla="*/ 42 w 84"/>
                  <a:gd name="T19" fmla="*/ 3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" h="83">
                    <a:moveTo>
                      <a:pt x="42" y="83"/>
                    </a:moveTo>
                    <a:cubicBezTo>
                      <a:pt x="65" y="83"/>
                      <a:pt x="84" y="65"/>
                      <a:pt x="84" y="42"/>
                    </a:cubicBezTo>
                    <a:cubicBezTo>
                      <a:pt x="84" y="19"/>
                      <a:pt x="65" y="0"/>
                      <a:pt x="42" y="0"/>
                    </a:cubicBezTo>
                    <a:cubicBezTo>
                      <a:pt x="19" y="0"/>
                      <a:pt x="0" y="19"/>
                      <a:pt x="0" y="42"/>
                    </a:cubicBezTo>
                    <a:cubicBezTo>
                      <a:pt x="0" y="65"/>
                      <a:pt x="19" y="83"/>
                      <a:pt x="42" y="83"/>
                    </a:cubicBezTo>
                    <a:close/>
                    <a:moveTo>
                      <a:pt x="42" y="31"/>
                    </a:moveTo>
                    <a:cubicBezTo>
                      <a:pt x="48" y="31"/>
                      <a:pt x="53" y="36"/>
                      <a:pt x="53" y="42"/>
                    </a:cubicBezTo>
                    <a:cubicBezTo>
                      <a:pt x="53" y="48"/>
                      <a:pt x="48" y="53"/>
                      <a:pt x="42" y="53"/>
                    </a:cubicBezTo>
                    <a:cubicBezTo>
                      <a:pt x="36" y="53"/>
                      <a:pt x="31" y="48"/>
                      <a:pt x="31" y="42"/>
                    </a:cubicBezTo>
                    <a:cubicBezTo>
                      <a:pt x="31" y="36"/>
                      <a:pt x="36" y="31"/>
                      <a:pt x="42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10562" y="3399"/>
              <a:ext cx="477" cy="375"/>
              <a:chOff x="14400213" y="5818188"/>
              <a:chExt cx="1587500" cy="1246187"/>
            </a:xfrm>
          </p:grpSpPr>
          <p:sp>
            <p:nvSpPr>
              <p:cNvPr id="71" name="Freeform 18"/>
              <p:cNvSpPr>
                <a:spLocks noEditPoints="1"/>
              </p:cNvSpPr>
              <p:nvPr/>
            </p:nvSpPr>
            <p:spPr bwMode="auto">
              <a:xfrm>
                <a:off x="14400213" y="5818188"/>
                <a:ext cx="1587500" cy="263525"/>
              </a:xfrm>
              <a:custGeom>
                <a:avLst/>
                <a:gdLst>
                  <a:gd name="T0" fmla="*/ 471 w 507"/>
                  <a:gd name="T1" fmla="*/ 0 h 84"/>
                  <a:gd name="T2" fmla="*/ 37 w 507"/>
                  <a:gd name="T3" fmla="*/ 0 h 84"/>
                  <a:gd name="T4" fmla="*/ 0 w 507"/>
                  <a:gd name="T5" fmla="*/ 37 h 84"/>
                  <a:gd name="T6" fmla="*/ 0 w 507"/>
                  <a:gd name="T7" fmla="*/ 84 h 84"/>
                  <a:gd name="T8" fmla="*/ 507 w 507"/>
                  <a:gd name="T9" fmla="*/ 84 h 84"/>
                  <a:gd name="T10" fmla="*/ 507 w 507"/>
                  <a:gd name="T11" fmla="*/ 37 h 84"/>
                  <a:gd name="T12" fmla="*/ 471 w 507"/>
                  <a:gd name="T13" fmla="*/ 0 h 84"/>
                  <a:gd name="T14" fmla="*/ 49 w 507"/>
                  <a:gd name="T15" fmla="*/ 59 h 84"/>
                  <a:gd name="T16" fmla="*/ 37 w 507"/>
                  <a:gd name="T17" fmla="*/ 46 h 84"/>
                  <a:gd name="T18" fmla="*/ 49 w 507"/>
                  <a:gd name="T19" fmla="*/ 33 h 84"/>
                  <a:gd name="T20" fmla="*/ 62 w 507"/>
                  <a:gd name="T21" fmla="*/ 46 h 84"/>
                  <a:gd name="T22" fmla="*/ 49 w 507"/>
                  <a:gd name="T23" fmla="*/ 59 h 84"/>
                  <a:gd name="T24" fmla="*/ 100 w 507"/>
                  <a:gd name="T25" fmla="*/ 59 h 84"/>
                  <a:gd name="T26" fmla="*/ 87 w 507"/>
                  <a:gd name="T27" fmla="*/ 46 h 84"/>
                  <a:gd name="T28" fmla="*/ 100 w 507"/>
                  <a:gd name="T29" fmla="*/ 33 h 84"/>
                  <a:gd name="T30" fmla="*/ 113 w 507"/>
                  <a:gd name="T31" fmla="*/ 46 h 84"/>
                  <a:gd name="T32" fmla="*/ 100 w 507"/>
                  <a:gd name="T33" fmla="*/ 59 h 84"/>
                  <a:gd name="T34" fmla="*/ 151 w 507"/>
                  <a:gd name="T35" fmla="*/ 59 h 84"/>
                  <a:gd name="T36" fmla="*/ 138 w 507"/>
                  <a:gd name="T37" fmla="*/ 46 h 84"/>
                  <a:gd name="T38" fmla="*/ 151 w 507"/>
                  <a:gd name="T39" fmla="*/ 33 h 84"/>
                  <a:gd name="T40" fmla="*/ 163 w 507"/>
                  <a:gd name="T41" fmla="*/ 46 h 84"/>
                  <a:gd name="T42" fmla="*/ 151 w 507"/>
                  <a:gd name="T43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07" h="84">
                    <a:moveTo>
                      <a:pt x="47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507" y="84"/>
                      <a:pt x="507" y="84"/>
                      <a:pt x="507" y="84"/>
                    </a:cubicBezTo>
                    <a:cubicBezTo>
                      <a:pt x="507" y="37"/>
                      <a:pt x="507" y="37"/>
                      <a:pt x="507" y="37"/>
                    </a:cubicBezTo>
                    <a:cubicBezTo>
                      <a:pt x="507" y="17"/>
                      <a:pt x="491" y="0"/>
                      <a:pt x="471" y="0"/>
                    </a:cubicBezTo>
                    <a:close/>
                    <a:moveTo>
                      <a:pt x="49" y="59"/>
                    </a:moveTo>
                    <a:cubicBezTo>
                      <a:pt x="42" y="59"/>
                      <a:pt x="37" y="53"/>
                      <a:pt x="37" y="46"/>
                    </a:cubicBezTo>
                    <a:cubicBezTo>
                      <a:pt x="37" y="39"/>
                      <a:pt x="42" y="33"/>
                      <a:pt x="49" y="33"/>
                    </a:cubicBezTo>
                    <a:cubicBezTo>
                      <a:pt x="56" y="33"/>
                      <a:pt x="62" y="39"/>
                      <a:pt x="62" y="46"/>
                    </a:cubicBezTo>
                    <a:cubicBezTo>
                      <a:pt x="62" y="53"/>
                      <a:pt x="56" y="59"/>
                      <a:pt x="49" y="59"/>
                    </a:cubicBezTo>
                    <a:close/>
                    <a:moveTo>
                      <a:pt x="100" y="59"/>
                    </a:moveTo>
                    <a:cubicBezTo>
                      <a:pt x="93" y="59"/>
                      <a:pt x="87" y="53"/>
                      <a:pt x="87" y="46"/>
                    </a:cubicBezTo>
                    <a:cubicBezTo>
                      <a:pt x="87" y="39"/>
                      <a:pt x="93" y="33"/>
                      <a:pt x="100" y="33"/>
                    </a:cubicBezTo>
                    <a:cubicBezTo>
                      <a:pt x="107" y="33"/>
                      <a:pt x="113" y="39"/>
                      <a:pt x="113" y="46"/>
                    </a:cubicBezTo>
                    <a:cubicBezTo>
                      <a:pt x="113" y="53"/>
                      <a:pt x="107" y="59"/>
                      <a:pt x="100" y="59"/>
                    </a:cubicBezTo>
                    <a:close/>
                    <a:moveTo>
                      <a:pt x="151" y="59"/>
                    </a:moveTo>
                    <a:cubicBezTo>
                      <a:pt x="144" y="59"/>
                      <a:pt x="138" y="53"/>
                      <a:pt x="138" y="46"/>
                    </a:cubicBezTo>
                    <a:cubicBezTo>
                      <a:pt x="138" y="39"/>
                      <a:pt x="144" y="33"/>
                      <a:pt x="151" y="33"/>
                    </a:cubicBezTo>
                    <a:cubicBezTo>
                      <a:pt x="158" y="33"/>
                      <a:pt x="163" y="39"/>
                      <a:pt x="163" y="46"/>
                    </a:cubicBezTo>
                    <a:cubicBezTo>
                      <a:pt x="163" y="53"/>
                      <a:pt x="158" y="59"/>
                      <a:pt x="151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72" name="Freeform 19"/>
              <p:cNvSpPr>
                <a:spLocks noEditPoints="1"/>
              </p:cNvSpPr>
              <p:nvPr/>
            </p:nvSpPr>
            <p:spPr bwMode="auto">
              <a:xfrm>
                <a:off x="14400213" y="6111875"/>
                <a:ext cx="1587500" cy="952500"/>
              </a:xfrm>
              <a:custGeom>
                <a:avLst/>
                <a:gdLst>
                  <a:gd name="T0" fmla="*/ 0 w 507"/>
                  <a:gd name="T1" fmla="*/ 268 h 304"/>
                  <a:gd name="T2" fmla="*/ 37 w 507"/>
                  <a:gd name="T3" fmla="*/ 304 h 304"/>
                  <a:gd name="T4" fmla="*/ 471 w 507"/>
                  <a:gd name="T5" fmla="*/ 304 h 304"/>
                  <a:gd name="T6" fmla="*/ 507 w 507"/>
                  <a:gd name="T7" fmla="*/ 268 h 304"/>
                  <a:gd name="T8" fmla="*/ 507 w 507"/>
                  <a:gd name="T9" fmla="*/ 0 h 304"/>
                  <a:gd name="T10" fmla="*/ 0 w 507"/>
                  <a:gd name="T11" fmla="*/ 0 h 304"/>
                  <a:gd name="T12" fmla="*/ 0 w 507"/>
                  <a:gd name="T13" fmla="*/ 268 h 304"/>
                  <a:gd name="T14" fmla="*/ 315 w 507"/>
                  <a:gd name="T15" fmla="*/ 163 h 304"/>
                  <a:gd name="T16" fmla="*/ 374 w 507"/>
                  <a:gd name="T17" fmla="*/ 163 h 304"/>
                  <a:gd name="T18" fmla="*/ 374 w 507"/>
                  <a:gd name="T19" fmla="*/ 257 h 304"/>
                  <a:gd name="T20" fmla="*/ 315 w 507"/>
                  <a:gd name="T21" fmla="*/ 257 h 304"/>
                  <a:gd name="T22" fmla="*/ 315 w 507"/>
                  <a:gd name="T23" fmla="*/ 163 h 304"/>
                  <a:gd name="T24" fmla="*/ 224 w 507"/>
                  <a:gd name="T25" fmla="*/ 122 h 304"/>
                  <a:gd name="T26" fmla="*/ 283 w 507"/>
                  <a:gd name="T27" fmla="*/ 122 h 304"/>
                  <a:gd name="T28" fmla="*/ 283 w 507"/>
                  <a:gd name="T29" fmla="*/ 257 h 304"/>
                  <a:gd name="T30" fmla="*/ 224 w 507"/>
                  <a:gd name="T31" fmla="*/ 257 h 304"/>
                  <a:gd name="T32" fmla="*/ 224 w 507"/>
                  <a:gd name="T33" fmla="*/ 122 h 304"/>
                  <a:gd name="T34" fmla="*/ 133 w 507"/>
                  <a:gd name="T35" fmla="*/ 62 h 304"/>
                  <a:gd name="T36" fmla="*/ 192 w 507"/>
                  <a:gd name="T37" fmla="*/ 62 h 304"/>
                  <a:gd name="T38" fmla="*/ 192 w 507"/>
                  <a:gd name="T39" fmla="*/ 257 h 304"/>
                  <a:gd name="T40" fmla="*/ 133 w 507"/>
                  <a:gd name="T41" fmla="*/ 257 h 304"/>
                  <a:gd name="T42" fmla="*/ 133 w 507"/>
                  <a:gd name="T43" fmla="*/ 62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07" h="304">
                    <a:moveTo>
                      <a:pt x="0" y="268"/>
                    </a:moveTo>
                    <a:cubicBezTo>
                      <a:pt x="0" y="288"/>
                      <a:pt x="17" y="304"/>
                      <a:pt x="37" y="304"/>
                    </a:cubicBezTo>
                    <a:cubicBezTo>
                      <a:pt x="471" y="304"/>
                      <a:pt x="471" y="304"/>
                      <a:pt x="471" y="304"/>
                    </a:cubicBezTo>
                    <a:cubicBezTo>
                      <a:pt x="491" y="304"/>
                      <a:pt x="507" y="288"/>
                      <a:pt x="507" y="268"/>
                    </a:cubicBezTo>
                    <a:cubicBezTo>
                      <a:pt x="507" y="0"/>
                      <a:pt x="507" y="0"/>
                      <a:pt x="5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68"/>
                    </a:lnTo>
                    <a:close/>
                    <a:moveTo>
                      <a:pt x="315" y="163"/>
                    </a:moveTo>
                    <a:cubicBezTo>
                      <a:pt x="374" y="163"/>
                      <a:pt x="374" y="163"/>
                      <a:pt x="374" y="163"/>
                    </a:cubicBezTo>
                    <a:cubicBezTo>
                      <a:pt x="374" y="257"/>
                      <a:pt x="374" y="257"/>
                      <a:pt x="374" y="257"/>
                    </a:cubicBezTo>
                    <a:cubicBezTo>
                      <a:pt x="315" y="257"/>
                      <a:pt x="315" y="257"/>
                      <a:pt x="315" y="257"/>
                    </a:cubicBezTo>
                    <a:lnTo>
                      <a:pt x="315" y="163"/>
                    </a:lnTo>
                    <a:close/>
                    <a:moveTo>
                      <a:pt x="224" y="122"/>
                    </a:moveTo>
                    <a:cubicBezTo>
                      <a:pt x="283" y="122"/>
                      <a:pt x="283" y="122"/>
                      <a:pt x="283" y="122"/>
                    </a:cubicBezTo>
                    <a:cubicBezTo>
                      <a:pt x="283" y="257"/>
                      <a:pt x="283" y="257"/>
                      <a:pt x="283" y="257"/>
                    </a:cubicBezTo>
                    <a:cubicBezTo>
                      <a:pt x="224" y="257"/>
                      <a:pt x="224" y="257"/>
                      <a:pt x="224" y="257"/>
                    </a:cubicBezTo>
                    <a:lnTo>
                      <a:pt x="224" y="122"/>
                    </a:lnTo>
                    <a:close/>
                    <a:moveTo>
                      <a:pt x="133" y="62"/>
                    </a:moveTo>
                    <a:cubicBezTo>
                      <a:pt x="192" y="62"/>
                      <a:pt x="192" y="62"/>
                      <a:pt x="192" y="62"/>
                    </a:cubicBezTo>
                    <a:cubicBezTo>
                      <a:pt x="192" y="257"/>
                      <a:pt x="192" y="257"/>
                      <a:pt x="192" y="257"/>
                    </a:cubicBezTo>
                    <a:cubicBezTo>
                      <a:pt x="133" y="257"/>
                      <a:pt x="133" y="257"/>
                      <a:pt x="133" y="257"/>
                    </a:cubicBezTo>
                    <a:lnTo>
                      <a:pt x="133" y="6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10555" y="5780"/>
              <a:ext cx="477" cy="375"/>
              <a:chOff x="17418050" y="5818188"/>
              <a:chExt cx="1587500" cy="1246187"/>
            </a:xfrm>
          </p:grpSpPr>
          <p:sp>
            <p:nvSpPr>
              <p:cNvPr id="74" name="Freeform 20"/>
              <p:cNvSpPr>
                <a:spLocks noEditPoints="1"/>
              </p:cNvSpPr>
              <p:nvPr/>
            </p:nvSpPr>
            <p:spPr bwMode="auto">
              <a:xfrm>
                <a:off x="17418050" y="5818188"/>
                <a:ext cx="1587500" cy="263525"/>
              </a:xfrm>
              <a:custGeom>
                <a:avLst/>
                <a:gdLst>
                  <a:gd name="T0" fmla="*/ 471 w 507"/>
                  <a:gd name="T1" fmla="*/ 0 h 84"/>
                  <a:gd name="T2" fmla="*/ 37 w 507"/>
                  <a:gd name="T3" fmla="*/ 0 h 84"/>
                  <a:gd name="T4" fmla="*/ 0 w 507"/>
                  <a:gd name="T5" fmla="*/ 37 h 84"/>
                  <a:gd name="T6" fmla="*/ 0 w 507"/>
                  <a:gd name="T7" fmla="*/ 84 h 84"/>
                  <a:gd name="T8" fmla="*/ 507 w 507"/>
                  <a:gd name="T9" fmla="*/ 84 h 84"/>
                  <a:gd name="T10" fmla="*/ 507 w 507"/>
                  <a:gd name="T11" fmla="*/ 37 h 84"/>
                  <a:gd name="T12" fmla="*/ 471 w 507"/>
                  <a:gd name="T13" fmla="*/ 0 h 84"/>
                  <a:gd name="T14" fmla="*/ 49 w 507"/>
                  <a:gd name="T15" fmla="*/ 59 h 84"/>
                  <a:gd name="T16" fmla="*/ 36 w 507"/>
                  <a:gd name="T17" fmla="*/ 46 h 84"/>
                  <a:gd name="T18" fmla="*/ 49 w 507"/>
                  <a:gd name="T19" fmla="*/ 33 h 84"/>
                  <a:gd name="T20" fmla="*/ 62 w 507"/>
                  <a:gd name="T21" fmla="*/ 46 h 84"/>
                  <a:gd name="T22" fmla="*/ 49 w 507"/>
                  <a:gd name="T23" fmla="*/ 59 h 84"/>
                  <a:gd name="T24" fmla="*/ 100 w 507"/>
                  <a:gd name="T25" fmla="*/ 59 h 84"/>
                  <a:gd name="T26" fmla="*/ 87 w 507"/>
                  <a:gd name="T27" fmla="*/ 46 h 84"/>
                  <a:gd name="T28" fmla="*/ 100 w 507"/>
                  <a:gd name="T29" fmla="*/ 33 h 84"/>
                  <a:gd name="T30" fmla="*/ 112 w 507"/>
                  <a:gd name="T31" fmla="*/ 46 h 84"/>
                  <a:gd name="T32" fmla="*/ 100 w 507"/>
                  <a:gd name="T33" fmla="*/ 59 h 84"/>
                  <a:gd name="T34" fmla="*/ 150 w 507"/>
                  <a:gd name="T35" fmla="*/ 59 h 84"/>
                  <a:gd name="T36" fmla="*/ 138 w 507"/>
                  <a:gd name="T37" fmla="*/ 46 h 84"/>
                  <a:gd name="T38" fmla="*/ 150 w 507"/>
                  <a:gd name="T39" fmla="*/ 33 h 84"/>
                  <a:gd name="T40" fmla="*/ 163 w 507"/>
                  <a:gd name="T41" fmla="*/ 46 h 84"/>
                  <a:gd name="T42" fmla="*/ 150 w 507"/>
                  <a:gd name="T43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07" h="84">
                    <a:moveTo>
                      <a:pt x="47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507" y="84"/>
                      <a:pt x="507" y="84"/>
                      <a:pt x="507" y="84"/>
                    </a:cubicBezTo>
                    <a:cubicBezTo>
                      <a:pt x="507" y="37"/>
                      <a:pt x="507" y="37"/>
                      <a:pt x="507" y="37"/>
                    </a:cubicBezTo>
                    <a:cubicBezTo>
                      <a:pt x="507" y="17"/>
                      <a:pt x="491" y="0"/>
                      <a:pt x="471" y="0"/>
                    </a:cubicBezTo>
                    <a:close/>
                    <a:moveTo>
                      <a:pt x="49" y="59"/>
                    </a:moveTo>
                    <a:cubicBezTo>
                      <a:pt x="42" y="59"/>
                      <a:pt x="36" y="53"/>
                      <a:pt x="36" y="46"/>
                    </a:cubicBezTo>
                    <a:cubicBezTo>
                      <a:pt x="36" y="39"/>
                      <a:pt x="42" y="33"/>
                      <a:pt x="49" y="33"/>
                    </a:cubicBezTo>
                    <a:cubicBezTo>
                      <a:pt x="56" y="33"/>
                      <a:pt x="62" y="39"/>
                      <a:pt x="62" y="46"/>
                    </a:cubicBezTo>
                    <a:cubicBezTo>
                      <a:pt x="62" y="53"/>
                      <a:pt x="56" y="59"/>
                      <a:pt x="49" y="59"/>
                    </a:cubicBezTo>
                    <a:close/>
                    <a:moveTo>
                      <a:pt x="100" y="59"/>
                    </a:moveTo>
                    <a:cubicBezTo>
                      <a:pt x="93" y="59"/>
                      <a:pt x="87" y="53"/>
                      <a:pt x="87" y="46"/>
                    </a:cubicBezTo>
                    <a:cubicBezTo>
                      <a:pt x="87" y="39"/>
                      <a:pt x="93" y="33"/>
                      <a:pt x="100" y="33"/>
                    </a:cubicBezTo>
                    <a:cubicBezTo>
                      <a:pt x="107" y="33"/>
                      <a:pt x="112" y="39"/>
                      <a:pt x="112" y="46"/>
                    </a:cubicBezTo>
                    <a:cubicBezTo>
                      <a:pt x="112" y="53"/>
                      <a:pt x="107" y="59"/>
                      <a:pt x="100" y="59"/>
                    </a:cubicBezTo>
                    <a:close/>
                    <a:moveTo>
                      <a:pt x="150" y="59"/>
                    </a:moveTo>
                    <a:cubicBezTo>
                      <a:pt x="143" y="59"/>
                      <a:pt x="138" y="53"/>
                      <a:pt x="138" y="46"/>
                    </a:cubicBezTo>
                    <a:cubicBezTo>
                      <a:pt x="138" y="39"/>
                      <a:pt x="143" y="33"/>
                      <a:pt x="150" y="33"/>
                    </a:cubicBezTo>
                    <a:cubicBezTo>
                      <a:pt x="157" y="33"/>
                      <a:pt x="163" y="39"/>
                      <a:pt x="163" y="46"/>
                    </a:cubicBezTo>
                    <a:cubicBezTo>
                      <a:pt x="163" y="53"/>
                      <a:pt x="157" y="59"/>
                      <a:pt x="150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75" name="Oval 21"/>
              <p:cNvSpPr>
                <a:spLocks noChangeArrowheads="1"/>
              </p:cNvSpPr>
              <p:nvPr/>
            </p:nvSpPr>
            <p:spPr bwMode="auto">
              <a:xfrm>
                <a:off x="18113375" y="6623050"/>
                <a:ext cx="198437" cy="2000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76" name="Oval 22"/>
              <p:cNvSpPr>
                <a:spLocks noChangeArrowheads="1"/>
              </p:cNvSpPr>
              <p:nvPr/>
            </p:nvSpPr>
            <p:spPr bwMode="auto">
              <a:xfrm>
                <a:off x="18383250" y="6384925"/>
                <a:ext cx="160337" cy="1587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77" name="Freeform 23"/>
              <p:cNvSpPr>
                <a:spLocks noEditPoints="1"/>
              </p:cNvSpPr>
              <p:nvPr/>
            </p:nvSpPr>
            <p:spPr bwMode="auto">
              <a:xfrm>
                <a:off x="17418050" y="6111875"/>
                <a:ext cx="1587500" cy="952500"/>
              </a:xfrm>
              <a:custGeom>
                <a:avLst/>
                <a:gdLst>
                  <a:gd name="T0" fmla="*/ 0 w 507"/>
                  <a:gd name="T1" fmla="*/ 268 h 304"/>
                  <a:gd name="T2" fmla="*/ 37 w 507"/>
                  <a:gd name="T3" fmla="*/ 304 h 304"/>
                  <a:gd name="T4" fmla="*/ 471 w 507"/>
                  <a:gd name="T5" fmla="*/ 304 h 304"/>
                  <a:gd name="T6" fmla="*/ 507 w 507"/>
                  <a:gd name="T7" fmla="*/ 268 h 304"/>
                  <a:gd name="T8" fmla="*/ 507 w 507"/>
                  <a:gd name="T9" fmla="*/ 0 h 304"/>
                  <a:gd name="T10" fmla="*/ 0 w 507"/>
                  <a:gd name="T11" fmla="*/ 0 h 304"/>
                  <a:gd name="T12" fmla="*/ 0 w 507"/>
                  <a:gd name="T13" fmla="*/ 268 h 304"/>
                  <a:gd name="T14" fmla="*/ 155 w 507"/>
                  <a:gd name="T15" fmla="*/ 52 h 304"/>
                  <a:gd name="T16" fmla="*/ 199 w 507"/>
                  <a:gd name="T17" fmla="*/ 96 h 304"/>
                  <a:gd name="T18" fmla="*/ 193 w 507"/>
                  <a:gd name="T19" fmla="*/ 119 h 304"/>
                  <a:gd name="T20" fmla="*/ 224 w 507"/>
                  <a:gd name="T21" fmla="*/ 151 h 304"/>
                  <a:gd name="T22" fmla="*/ 253 w 507"/>
                  <a:gd name="T23" fmla="*/ 142 h 304"/>
                  <a:gd name="T24" fmla="*/ 283 w 507"/>
                  <a:gd name="T25" fmla="*/ 151 h 304"/>
                  <a:gd name="T26" fmla="*/ 295 w 507"/>
                  <a:gd name="T27" fmla="*/ 139 h 304"/>
                  <a:gd name="T28" fmla="*/ 287 w 507"/>
                  <a:gd name="T29" fmla="*/ 112 h 304"/>
                  <a:gd name="T30" fmla="*/ 333 w 507"/>
                  <a:gd name="T31" fmla="*/ 66 h 304"/>
                  <a:gd name="T32" fmla="*/ 379 w 507"/>
                  <a:gd name="T33" fmla="*/ 112 h 304"/>
                  <a:gd name="T34" fmla="*/ 333 w 507"/>
                  <a:gd name="T35" fmla="*/ 158 h 304"/>
                  <a:gd name="T36" fmla="*/ 311 w 507"/>
                  <a:gd name="T37" fmla="*/ 153 h 304"/>
                  <a:gd name="T38" fmla="*/ 297 w 507"/>
                  <a:gd name="T39" fmla="*/ 166 h 304"/>
                  <a:gd name="T40" fmla="*/ 306 w 507"/>
                  <a:gd name="T41" fmla="*/ 195 h 304"/>
                  <a:gd name="T42" fmla="*/ 253 w 507"/>
                  <a:gd name="T43" fmla="*/ 247 h 304"/>
                  <a:gd name="T44" fmla="*/ 201 w 507"/>
                  <a:gd name="T45" fmla="*/ 195 h 304"/>
                  <a:gd name="T46" fmla="*/ 210 w 507"/>
                  <a:gd name="T47" fmla="*/ 166 h 304"/>
                  <a:gd name="T48" fmla="*/ 178 w 507"/>
                  <a:gd name="T49" fmla="*/ 134 h 304"/>
                  <a:gd name="T50" fmla="*/ 155 w 507"/>
                  <a:gd name="T51" fmla="*/ 141 h 304"/>
                  <a:gd name="T52" fmla="*/ 110 w 507"/>
                  <a:gd name="T53" fmla="*/ 96 h 304"/>
                  <a:gd name="T54" fmla="*/ 155 w 507"/>
                  <a:gd name="T55" fmla="*/ 52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507" h="304">
                    <a:moveTo>
                      <a:pt x="0" y="268"/>
                    </a:moveTo>
                    <a:cubicBezTo>
                      <a:pt x="0" y="288"/>
                      <a:pt x="17" y="304"/>
                      <a:pt x="37" y="304"/>
                    </a:cubicBezTo>
                    <a:cubicBezTo>
                      <a:pt x="471" y="304"/>
                      <a:pt x="471" y="304"/>
                      <a:pt x="471" y="304"/>
                    </a:cubicBezTo>
                    <a:cubicBezTo>
                      <a:pt x="491" y="304"/>
                      <a:pt x="507" y="288"/>
                      <a:pt x="507" y="268"/>
                    </a:cubicBezTo>
                    <a:cubicBezTo>
                      <a:pt x="507" y="0"/>
                      <a:pt x="507" y="0"/>
                      <a:pt x="5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68"/>
                    </a:lnTo>
                    <a:close/>
                    <a:moveTo>
                      <a:pt x="155" y="52"/>
                    </a:moveTo>
                    <a:cubicBezTo>
                      <a:pt x="179" y="52"/>
                      <a:pt x="199" y="72"/>
                      <a:pt x="199" y="96"/>
                    </a:cubicBezTo>
                    <a:cubicBezTo>
                      <a:pt x="199" y="105"/>
                      <a:pt x="197" y="113"/>
                      <a:pt x="193" y="119"/>
                    </a:cubicBezTo>
                    <a:cubicBezTo>
                      <a:pt x="224" y="151"/>
                      <a:pt x="224" y="151"/>
                      <a:pt x="224" y="151"/>
                    </a:cubicBezTo>
                    <a:cubicBezTo>
                      <a:pt x="233" y="146"/>
                      <a:pt x="243" y="142"/>
                      <a:pt x="253" y="142"/>
                    </a:cubicBezTo>
                    <a:cubicBezTo>
                      <a:pt x="264" y="142"/>
                      <a:pt x="274" y="146"/>
                      <a:pt x="283" y="151"/>
                    </a:cubicBezTo>
                    <a:cubicBezTo>
                      <a:pt x="295" y="139"/>
                      <a:pt x="295" y="139"/>
                      <a:pt x="295" y="139"/>
                    </a:cubicBezTo>
                    <a:cubicBezTo>
                      <a:pt x="290" y="131"/>
                      <a:pt x="287" y="122"/>
                      <a:pt x="287" y="112"/>
                    </a:cubicBezTo>
                    <a:cubicBezTo>
                      <a:pt x="287" y="87"/>
                      <a:pt x="308" y="66"/>
                      <a:pt x="333" y="66"/>
                    </a:cubicBezTo>
                    <a:cubicBezTo>
                      <a:pt x="359" y="66"/>
                      <a:pt x="379" y="87"/>
                      <a:pt x="379" y="112"/>
                    </a:cubicBezTo>
                    <a:cubicBezTo>
                      <a:pt x="379" y="138"/>
                      <a:pt x="359" y="158"/>
                      <a:pt x="333" y="158"/>
                    </a:cubicBezTo>
                    <a:cubicBezTo>
                      <a:pt x="325" y="158"/>
                      <a:pt x="317" y="156"/>
                      <a:pt x="311" y="153"/>
                    </a:cubicBezTo>
                    <a:cubicBezTo>
                      <a:pt x="297" y="166"/>
                      <a:pt x="297" y="166"/>
                      <a:pt x="297" y="166"/>
                    </a:cubicBezTo>
                    <a:cubicBezTo>
                      <a:pt x="303" y="174"/>
                      <a:pt x="306" y="184"/>
                      <a:pt x="306" y="195"/>
                    </a:cubicBezTo>
                    <a:cubicBezTo>
                      <a:pt x="306" y="224"/>
                      <a:pt x="282" y="247"/>
                      <a:pt x="253" y="247"/>
                    </a:cubicBezTo>
                    <a:cubicBezTo>
                      <a:pt x="225" y="247"/>
                      <a:pt x="201" y="224"/>
                      <a:pt x="201" y="195"/>
                    </a:cubicBezTo>
                    <a:cubicBezTo>
                      <a:pt x="201" y="184"/>
                      <a:pt x="204" y="174"/>
                      <a:pt x="210" y="166"/>
                    </a:cubicBezTo>
                    <a:cubicBezTo>
                      <a:pt x="178" y="134"/>
                      <a:pt x="178" y="134"/>
                      <a:pt x="178" y="134"/>
                    </a:cubicBezTo>
                    <a:cubicBezTo>
                      <a:pt x="171" y="138"/>
                      <a:pt x="163" y="141"/>
                      <a:pt x="155" y="141"/>
                    </a:cubicBezTo>
                    <a:cubicBezTo>
                      <a:pt x="130" y="141"/>
                      <a:pt x="110" y="121"/>
                      <a:pt x="110" y="96"/>
                    </a:cubicBezTo>
                    <a:cubicBezTo>
                      <a:pt x="110" y="72"/>
                      <a:pt x="130" y="52"/>
                      <a:pt x="155" y="5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78" name="Oval 24"/>
              <p:cNvSpPr>
                <a:spLocks noChangeArrowheads="1"/>
              </p:cNvSpPr>
              <p:nvPr/>
            </p:nvSpPr>
            <p:spPr bwMode="auto">
              <a:xfrm>
                <a:off x="17829213" y="6337300"/>
                <a:ext cx="147637" cy="15081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10562" y="8218"/>
              <a:ext cx="477" cy="375"/>
              <a:chOff x="5348288" y="5818188"/>
              <a:chExt cx="1587500" cy="1246187"/>
            </a:xfrm>
          </p:grpSpPr>
          <p:sp>
            <p:nvSpPr>
              <p:cNvPr id="80" name="Freeform 79"/>
              <p:cNvSpPr>
                <a:spLocks noEditPoints="1"/>
              </p:cNvSpPr>
              <p:nvPr/>
            </p:nvSpPr>
            <p:spPr bwMode="auto">
              <a:xfrm>
                <a:off x="5348288" y="5818188"/>
                <a:ext cx="1587500" cy="263525"/>
              </a:xfrm>
              <a:custGeom>
                <a:avLst/>
                <a:gdLst>
                  <a:gd name="T0" fmla="*/ 471 w 507"/>
                  <a:gd name="T1" fmla="*/ 0 h 84"/>
                  <a:gd name="T2" fmla="*/ 37 w 507"/>
                  <a:gd name="T3" fmla="*/ 0 h 84"/>
                  <a:gd name="T4" fmla="*/ 0 w 507"/>
                  <a:gd name="T5" fmla="*/ 37 h 84"/>
                  <a:gd name="T6" fmla="*/ 0 w 507"/>
                  <a:gd name="T7" fmla="*/ 84 h 84"/>
                  <a:gd name="T8" fmla="*/ 507 w 507"/>
                  <a:gd name="T9" fmla="*/ 84 h 84"/>
                  <a:gd name="T10" fmla="*/ 507 w 507"/>
                  <a:gd name="T11" fmla="*/ 37 h 84"/>
                  <a:gd name="T12" fmla="*/ 471 w 507"/>
                  <a:gd name="T13" fmla="*/ 0 h 84"/>
                  <a:gd name="T14" fmla="*/ 49 w 507"/>
                  <a:gd name="T15" fmla="*/ 59 h 84"/>
                  <a:gd name="T16" fmla="*/ 36 w 507"/>
                  <a:gd name="T17" fmla="*/ 46 h 84"/>
                  <a:gd name="T18" fmla="*/ 49 w 507"/>
                  <a:gd name="T19" fmla="*/ 33 h 84"/>
                  <a:gd name="T20" fmla="*/ 62 w 507"/>
                  <a:gd name="T21" fmla="*/ 46 h 84"/>
                  <a:gd name="T22" fmla="*/ 49 w 507"/>
                  <a:gd name="T23" fmla="*/ 59 h 84"/>
                  <a:gd name="T24" fmla="*/ 100 w 507"/>
                  <a:gd name="T25" fmla="*/ 59 h 84"/>
                  <a:gd name="T26" fmla="*/ 87 w 507"/>
                  <a:gd name="T27" fmla="*/ 46 h 84"/>
                  <a:gd name="T28" fmla="*/ 100 w 507"/>
                  <a:gd name="T29" fmla="*/ 33 h 84"/>
                  <a:gd name="T30" fmla="*/ 113 w 507"/>
                  <a:gd name="T31" fmla="*/ 46 h 84"/>
                  <a:gd name="T32" fmla="*/ 100 w 507"/>
                  <a:gd name="T33" fmla="*/ 59 h 84"/>
                  <a:gd name="T34" fmla="*/ 151 w 507"/>
                  <a:gd name="T35" fmla="*/ 59 h 84"/>
                  <a:gd name="T36" fmla="*/ 138 w 507"/>
                  <a:gd name="T37" fmla="*/ 46 h 84"/>
                  <a:gd name="T38" fmla="*/ 151 w 507"/>
                  <a:gd name="T39" fmla="*/ 33 h 84"/>
                  <a:gd name="T40" fmla="*/ 163 w 507"/>
                  <a:gd name="T41" fmla="*/ 46 h 84"/>
                  <a:gd name="T42" fmla="*/ 151 w 507"/>
                  <a:gd name="T43" fmla="*/ 59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507" h="84">
                    <a:moveTo>
                      <a:pt x="47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84"/>
                      <a:pt x="0" y="84"/>
                      <a:pt x="0" y="84"/>
                    </a:cubicBezTo>
                    <a:cubicBezTo>
                      <a:pt x="507" y="84"/>
                      <a:pt x="507" y="84"/>
                      <a:pt x="507" y="84"/>
                    </a:cubicBezTo>
                    <a:cubicBezTo>
                      <a:pt x="507" y="37"/>
                      <a:pt x="507" y="37"/>
                      <a:pt x="507" y="37"/>
                    </a:cubicBezTo>
                    <a:cubicBezTo>
                      <a:pt x="507" y="17"/>
                      <a:pt x="491" y="0"/>
                      <a:pt x="471" y="0"/>
                    </a:cubicBezTo>
                    <a:close/>
                    <a:moveTo>
                      <a:pt x="49" y="59"/>
                    </a:moveTo>
                    <a:cubicBezTo>
                      <a:pt x="42" y="59"/>
                      <a:pt x="36" y="53"/>
                      <a:pt x="36" y="46"/>
                    </a:cubicBezTo>
                    <a:cubicBezTo>
                      <a:pt x="36" y="39"/>
                      <a:pt x="42" y="33"/>
                      <a:pt x="49" y="33"/>
                    </a:cubicBezTo>
                    <a:cubicBezTo>
                      <a:pt x="56" y="33"/>
                      <a:pt x="62" y="39"/>
                      <a:pt x="62" y="46"/>
                    </a:cubicBezTo>
                    <a:cubicBezTo>
                      <a:pt x="62" y="53"/>
                      <a:pt x="56" y="59"/>
                      <a:pt x="49" y="59"/>
                    </a:cubicBezTo>
                    <a:close/>
                    <a:moveTo>
                      <a:pt x="100" y="59"/>
                    </a:moveTo>
                    <a:cubicBezTo>
                      <a:pt x="93" y="59"/>
                      <a:pt x="87" y="53"/>
                      <a:pt x="87" y="46"/>
                    </a:cubicBezTo>
                    <a:cubicBezTo>
                      <a:pt x="87" y="39"/>
                      <a:pt x="93" y="33"/>
                      <a:pt x="100" y="33"/>
                    </a:cubicBezTo>
                    <a:cubicBezTo>
                      <a:pt x="107" y="33"/>
                      <a:pt x="113" y="39"/>
                      <a:pt x="113" y="46"/>
                    </a:cubicBezTo>
                    <a:cubicBezTo>
                      <a:pt x="113" y="53"/>
                      <a:pt x="107" y="59"/>
                      <a:pt x="100" y="59"/>
                    </a:cubicBezTo>
                    <a:close/>
                    <a:moveTo>
                      <a:pt x="151" y="59"/>
                    </a:moveTo>
                    <a:cubicBezTo>
                      <a:pt x="144" y="59"/>
                      <a:pt x="138" y="53"/>
                      <a:pt x="138" y="46"/>
                    </a:cubicBezTo>
                    <a:cubicBezTo>
                      <a:pt x="138" y="39"/>
                      <a:pt x="144" y="33"/>
                      <a:pt x="151" y="33"/>
                    </a:cubicBezTo>
                    <a:cubicBezTo>
                      <a:pt x="158" y="33"/>
                      <a:pt x="163" y="39"/>
                      <a:pt x="163" y="46"/>
                    </a:cubicBezTo>
                    <a:cubicBezTo>
                      <a:pt x="163" y="53"/>
                      <a:pt x="158" y="59"/>
                      <a:pt x="151" y="5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81" name="Freeform 80"/>
              <p:cNvSpPr>
                <a:spLocks noEditPoints="1"/>
              </p:cNvSpPr>
              <p:nvPr/>
            </p:nvSpPr>
            <p:spPr bwMode="auto">
              <a:xfrm>
                <a:off x="5348288" y="6111875"/>
                <a:ext cx="1587500" cy="952500"/>
              </a:xfrm>
              <a:custGeom>
                <a:avLst/>
                <a:gdLst>
                  <a:gd name="T0" fmla="*/ 0 w 507"/>
                  <a:gd name="T1" fmla="*/ 268 h 304"/>
                  <a:gd name="T2" fmla="*/ 37 w 507"/>
                  <a:gd name="T3" fmla="*/ 304 h 304"/>
                  <a:gd name="T4" fmla="*/ 471 w 507"/>
                  <a:gd name="T5" fmla="*/ 304 h 304"/>
                  <a:gd name="T6" fmla="*/ 507 w 507"/>
                  <a:gd name="T7" fmla="*/ 268 h 304"/>
                  <a:gd name="T8" fmla="*/ 507 w 507"/>
                  <a:gd name="T9" fmla="*/ 0 h 304"/>
                  <a:gd name="T10" fmla="*/ 0 w 507"/>
                  <a:gd name="T11" fmla="*/ 0 h 304"/>
                  <a:gd name="T12" fmla="*/ 0 w 507"/>
                  <a:gd name="T13" fmla="*/ 268 h 304"/>
                  <a:gd name="T14" fmla="*/ 181 w 507"/>
                  <a:gd name="T15" fmla="*/ 200 h 304"/>
                  <a:gd name="T16" fmla="*/ 212 w 507"/>
                  <a:gd name="T17" fmla="*/ 169 h 304"/>
                  <a:gd name="T18" fmla="*/ 221 w 507"/>
                  <a:gd name="T19" fmla="*/ 89 h 304"/>
                  <a:gd name="T20" fmla="*/ 266 w 507"/>
                  <a:gd name="T21" fmla="*/ 70 h 304"/>
                  <a:gd name="T22" fmla="*/ 312 w 507"/>
                  <a:gd name="T23" fmla="*/ 89 h 304"/>
                  <a:gd name="T24" fmla="*/ 312 w 507"/>
                  <a:gd name="T25" fmla="*/ 180 h 304"/>
                  <a:gd name="T26" fmla="*/ 266 w 507"/>
                  <a:gd name="T27" fmla="*/ 199 h 304"/>
                  <a:gd name="T28" fmla="*/ 232 w 507"/>
                  <a:gd name="T29" fmla="*/ 188 h 304"/>
                  <a:gd name="T30" fmla="*/ 201 w 507"/>
                  <a:gd name="T31" fmla="*/ 220 h 304"/>
                  <a:gd name="T32" fmla="*/ 191 w 507"/>
                  <a:gd name="T33" fmla="*/ 224 h 304"/>
                  <a:gd name="T34" fmla="*/ 181 w 507"/>
                  <a:gd name="T35" fmla="*/ 220 h 304"/>
                  <a:gd name="T36" fmla="*/ 181 w 507"/>
                  <a:gd name="T37" fmla="*/ 20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7" h="304">
                    <a:moveTo>
                      <a:pt x="0" y="268"/>
                    </a:moveTo>
                    <a:cubicBezTo>
                      <a:pt x="0" y="288"/>
                      <a:pt x="17" y="304"/>
                      <a:pt x="37" y="304"/>
                    </a:cubicBezTo>
                    <a:cubicBezTo>
                      <a:pt x="471" y="304"/>
                      <a:pt x="471" y="304"/>
                      <a:pt x="471" y="304"/>
                    </a:cubicBezTo>
                    <a:cubicBezTo>
                      <a:pt x="491" y="304"/>
                      <a:pt x="507" y="288"/>
                      <a:pt x="507" y="268"/>
                    </a:cubicBezTo>
                    <a:cubicBezTo>
                      <a:pt x="507" y="0"/>
                      <a:pt x="507" y="0"/>
                      <a:pt x="507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268"/>
                    </a:lnTo>
                    <a:close/>
                    <a:moveTo>
                      <a:pt x="181" y="200"/>
                    </a:moveTo>
                    <a:cubicBezTo>
                      <a:pt x="212" y="169"/>
                      <a:pt x="212" y="169"/>
                      <a:pt x="212" y="169"/>
                    </a:cubicBezTo>
                    <a:cubicBezTo>
                      <a:pt x="196" y="144"/>
                      <a:pt x="199" y="110"/>
                      <a:pt x="221" y="89"/>
                    </a:cubicBezTo>
                    <a:cubicBezTo>
                      <a:pt x="233" y="77"/>
                      <a:pt x="249" y="70"/>
                      <a:pt x="266" y="70"/>
                    </a:cubicBezTo>
                    <a:cubicBezTo>
                      <a:pt x="283" y="70"/>
                      <a:pt x="300" y="77"/>
                      <a:pt x="312" y="89"/>
                    </a:cubicBezTo>
                    <a:cubicBezTo>
                      <a:pt x="337" y="114"/>
                      <a:pt x="337" y="155"/>
                      <a:pt x="312" y="180"/>
                    </a:cubicBezTo>
                    <a:cubicBezTo>
                      <a:pt x="300" y="192"/>
                      <a:pt x="284" y="199"/>
                      <a:pt x="266" y="199"/>
                    </a:cubicBezTo>
                    <a:cubicBezTo>
                      <a:pt x="254" y="199"/>
                      <a:pt x="242" y="195"/>
                      <a:pt x="232" y="188"/>
                    </a:cubicBezTo>
                    <a:cubicBezTo>
                      <a:pt x="201" y="220"/>
                      <a:pt x="201" y="220"/>
                      <a:pt x="201" y="220"/>
                    </a:cubicBezTo>
                    <a:cubicBezTo>
                      <a:pt x="198" y="222"/>
                      <a:pt x="194" y="224"/>
                      <a:pt x="191" y="224"/>
                    </a:cubicBezTo>
                    <a:cubicBezTo>
                      <a:pt x="187" y="224"/>
                      <a:pt x="184" y="222"/>
                      <a:pt x="181" y="220"/>
                    </a:cubicBezTo>
                    <a:cubicBezTo>
                      <a:pt x="176" y="214"/>
                      <a:pt x="176" y="205"/>
                      <a:pt x="181" y="20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  <p:sp>
            <p:nvSpPr>
              <p:cNvPr id="82" name="Freeform 81"/>
              <p:cNvSpPr/>
              <p:nvPr/>
            </p:nvSpPr>
            <p:spPr bwMode="auto">
              <a:xfrm>
                <a:off x="6040438" y="6403975"/>
                <a:ext cx="280987" cy="255587"/>
              </a:xfrm>
              <a:custGeom>
                <a:avLst/>
                <a:gdLst>
                  <a:gd name="T0" fmla="*/ 45 w 90"/>
                  <a:gd name="T1" fmla="*/ 82 h 82"/>
                  <a:gd name="T2" fmla="*/ 74 w 90"/>
                  <a:gd name="T3" fmla="*/ 70 h 82"/>
                  <a:gd name="T4" fmla="*/ 74 w 90"/>
                  <a:gd name="T5" fmla="*/ 12 h 82"/>
                  <a:gd name="T6" fmla="*/ 45 w 90"/>
                  <a:gd name="T7" fmla="*/ 0 h 82"/>
                  <a:gd name="T8" fmla="*/ 16 w 90"/>
                  <a:gd name="T9" fmla="*/ 12 h 82"/>
                  <a:gd name="T10" fmla="*/ 16 w 90"/>
                  <a:gd name="T11" fmla="*/ 70 h 82"/>
                  <a:gd name="T12" fmla="*/ 45 w 90"/>
                  <a:gd name="T13" fmla="*/ 82 h 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0" h="82">
                    <a:moveTo>
                      <a:pt x="45" y="82"/>
                    </a:moveTo>
                    <a:cubicBezTo>
                      <a:pt x="56" y="82"/>
                      <a:pt x="67" y="78"/>
                      <a:pt x="74" y="70"/>
                    </a:cubicBezTo>
                    <a:cubicBezTo>
                      <a:pt x="90" y="54"/>
                      <a:pt x="90" y="28"/>
                      <a:pt x="74" y="12"/>
                    </a:cubicBezTo>
                    <a:cubicBezTo>
                      <a:pt x="67" y="5"/>
                      <a:pt x="56" y="0"/>
                      <a:pt x="45" y="0"/>
                    </a:cubicBezTo>
                    <a:cubicBezTo>
                      <a:pt x="34" y="0"/>
                      <a:pt x="24" y="5"/>
                      <a:pt x="16" y="12"/>
                    </a:cubicBezTo>
                    <a:cubicBezTo>
                      <a:pt x="0" y="28"/>
                      <a:pt x="0" y="54"/>
                      <a:pt x="16" y="70"/>
                    </a:cubicBezTo>
                    <a:cubicBezTo>
                      <a:pt x="24" y="78"/>
                      <a:pt x="34" y="82"/>
                      <a:pt x="45" y="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en-US" sz="1400"/>
              </a:p>
            </p:txBody>
          </p:sp>
        </p:grpSp>
        <p:sp>
          <p:nvSpPr>
            <p:cNvPr id="4" name="iṩḷiďê"/>
            <p:cNvSpPr/>
            <p:nvPr/>
          </p:nvSpPr>
          <p:spPr>
            <a:xfrm>
              <a:off x="4496" y="3057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9" name="iSḻïḋè"/>
            <p:cNvSpPr/>
            <p:nvPr/>
          </p:nvSpPr>
          <p:spPr>
            <a:xfrm>
              <a:off x="4496" y="3652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14" name="iṩḷiďê"/>
            <p:cNvSpPr/>
            <p:nvPr/>
          </p:nvSpPr>
          <p:spPr>
            <a:xfrm>
              <a:off x="4497" y="5386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15" name="iSḻïḋè"/>
            <p:cNvSpPr/>
            <p:nvPr/>
          </p:nvSpPr>
          <p:spPr>
            <a:xfrm>
              <a:off x="4497" y="5981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17" name="iṩḷiďê"/>
            <p:cNvSpPr/>
            <p:nvPr/>
          </p:nvSpPr>
          <p:spPr>
            <a:xfrm>
              <a:off x="4497" y="7799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18" name="iSḻïḋè"/>
            <p:cNvSpPr/>
            <p:nvPr/>
          </p:nvSpPr>
          <p:spPr>
            <a:xfrm>
              <a:off x="4497" y="8394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19" name="iṩḷiďê"/>
            <p:cNvSpPr/>
            <p:nvPr/>
          </p:nvSpPr>
          <p:spPr>
            <a:xfrm>
              <a:off x="11558" y="3057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20" name="iSḻïḋè"/>
            <p:cNvSpPr/>
            <p:nvPr/>
          </p:nvSpPr>
          <p:spPr>
            <a:xfrm>
              <a:off x="11558" y="3652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21" name="iṩḷiďê"/>
            <p:cNvSpPr/>
            <p:nvPr/>
          </p:nvSpPr>
          <p:spPr>
            <a:xfrm>
              <a:off x="11559" y="5386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22" name="iSḻïḋè"/>
            <p:cNvSpPr/>
            <p:nvPr/>
          </p:nvSpPr>
          <p:spPr>
            <a:xfrm>
              <a:off x="11559" y="5981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23" name="iṩḷiďê"/>
            <p:cNvSpPr/>
            <p:nvPr/>
          </p:nvSpPr>
          <p:spPr>
            <a:xfrm>
              <a:off x="11559" y="7799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25" name="iSḻïḋè"/>
            <p:cNvSpPr/>
            <p:nvPr/>
          </p:nvSpPr>
          <p:spPr>
            <a:xfrm>
              <a:off x="11559" y="8394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comb dir="vert"/>
      </p:transition>
    </mc:Choice>
    <mc:Fallback xmlns="">
      <p:transition>
        <p:comb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9"/>
          <p:cNvSpPr txBox="1"/>
          <p:nvPr/>
        </p:nvSpPr>
        <p:spPr>
          <a:xfrm>
            <a:off x="4736617" y="2594178"/>
            <a:ext cx="816610" cy="252730"/>
          </a:xfrm>
          <a:prstGeom prst="rect">
            <a:avLst/>
          </a:prstGeom>
          <a:noFill/>
        </p:spPr>
        <p:txBody>
          <a:bodyPr wrap="none" lIns="68581" tIns="34291" rIns="68581" bIns="34291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dobe 仿宋 Std R" panose="02020400000000000000" pitchFamily="18" charset="-122"/>
                <a:cs typeface="Arial" panose="020B0604020202020204" pitchFamily="34" charset="0"/>
              </a:defRPr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 here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247964" y="1888468"/>
            <a:ext cx="3404615" cy="56070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Text here</a:t>
            </a:r>
          </a:p>
        </p:txBody>
      </p:sp>
      <p:sp>
        <p:nvSpPr>
          <p:cNvPr id="6" name="文本框 9"/>
          <p:cNvSpPr txBox="1"/>
          <p:nvPr/>
        </p:nvSpPr>
        <p:spPr>
          <a:xfrm>
            <a:off x="6479187" y="2594178"/>
            <a:ext cx="816610" cy="252730"/>
          </a:xfrm>
          <a:prstGeom prst="rect">
            <a:avLst/>
          </a:prstGeom>
          <a:noFill/>
        </p:spPr>
        <p:txBody>
          <a:bodyPr wrap="none" lIns="68581" tIns="34291" rIns="68581" bIns="34291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dobe 仿宋 Std R" panose="02020400000000000000" pitchFamily="18" charset="-122"/>
                <a:cs typeface="Arial" panose="020B0604020202020204" pitchFamily="34" charset="0"/>
              </a:defRPr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 here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3524577" y="1766086"/>
            <a:ext cx="828000" cy="828000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1" tIns="34291" rIns="68581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8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3608092" y="1874098"/>
            <a:ext cx="720080" cy="56070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spc="45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</a:t>
            </a:r>
            <a:r>
              <a:rPr lang="en-US" sz="3200" b="1" spc="45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2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3175" y="1765935"/>
            <a:ext cx="3352800" cy="3421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push dir="u"/>
      </p:transition>
    </mc:Choice>
    <mc:Fallback xmlns="">
      <p:transition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>
            <a:off x="243764" y="3663957"/>
            <a:ext cx="4328236" cy="45733"/>
          </a:xfrm>
          <a:custGeom>
            <a:avLst/>
            <a:gdLst>
              <a:gd name="connsiteX0" fmla="*/ 0 w 3585029"/>
              <a:gd name="connsiteY0" fmla="*/ 58058 h 58058"/>
              <a:gd name="connsiteX1" fmla="*/ 2423886 w 3585029"/>
              <a:gd name="connsiteY1" fmla="*/ 14515 h 58058"/>
              <a:gd name="connsiteX2" fmla="*/ 3585029 w 3585029"/>
              <a:gd name="connsiteY2" fmla="*/ 0 h 58058"/>
              <a:gd name="connsiteX0-1" fmla="*/ 0 w 3657601"/>
              <a:gd name="connsiteY0-2" fmla="*/ 46769 h 46769"/>
              <a:gd name="connsiteX1-3" fmla="*/ 2423886 w 3657601"/>
              <a:gd name="connsiteY1-4" fmla="*/ 3226 h 46769"/>
              <a:gd name="connsiteX2-5" fmla="*/ 3657601 w 3657601"/>
              <a:gd name="connsiteY2-6" fmla="*/ 3226 h 46769"/>
              <a:gd name="connsiteX0-7" fmla="*/ 0 w 3657601"/>
              <a:gd name="connsiteY0-8" fmla="*/ 43543 h 43543"/>
              <a:gd name="connsiteX1-9" fmla="*/ 2046515 w 3657601"/>
              <a:gd name="connsiteY1-10" fmla="*/ 29029 h 43543"/>
              <a:gd name="connsiteX2-11" fmla="*/ 3657601 w 3657601"/>
              <a:gd name="connsiteY2-12" fmla="*/ 0 h 4354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3657601" h="43543">
                <a:moveTo>
                  <a:pt x="0" y="43543"/>
                </a:moveTo>
                <a:lnTo>
                  <a:pt x="2046515" y="29029"/>
                </a:lnTo>
                <a:lnTo>
                  <a:pt x="3657601" y="0"/>
                </a:ln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522515" y="2095696"/>
            <a:ext cx="3802743" cy="1394035"/>
          </a:xfrm>
          <a:custGeom>
            <a:avLst/>
            <a:gdLst>
              <a:gd name="connsiteX0" fmla="*/ 0 w 3802743"/>
              <a:gd name="connsiteY0" fmla="*/ 1393605 h 1393605"/>
              <a:gd name="connsiteX1" fmla="*/ 174172 w 3802743"/>
              <a:gd name="connsiteY1" fmla="*/ 1059777 h 1393605"/>
              <a:gd name="connsiteX2" fmla="*/ 290286 w 3802743"/>
              <a:gd name="connsiteY2" fmla="*/ 1219434 h 1393605"/>
              <a:gd name="connsiteX3" fmla="*/ 537029 w 3802743"/>
              <a:gd name="connsiteY3" fmla="*/ 667891 h 1393605"/>
              <a:gd name="connsiteX4" fmla="*/ 754743 w 3802743"/>
              <a:gd name="connsiteY4" fmla="*/ 1190405 h 1393605"/>
              <a:gd name="connsiteX5" fmla="*/ 870857 w 3802743"/>
              <a:gd name="connsiteY5" fmla="*/ 827548 h 1393605"/>
              <a:gd name="connsiteX6" fmla="*/ 1059543 w 3802743"/>
              <a:gd name="connsiteY6" fmla="*/ 1146862 h 1393605"/>
              <a:gd name="connsiteX7" fmla="*/ 1277257 w 3802743"/>
              <a:gd name="connsiteY7" fmla="*/ 595320 h 1393605"/>
              <a:gd name="connsiteX8" fmla="*/ 1436915 w 3802743"/>
              <a:gd name="connsiteY8" fmla="*/ 1074291 h 1393605"/>
              <a:gd name="connsiteX9" fmla="*/ 1669143 w 3802743"/>
              <a:gd name="connsiteY9" fmla="*/ 174405 h 1393605"/>
              <a:gd name="connsiteX10" fmla="*/ 1886857 w 3802743"/>
              <a:gd name="connsiteY10" fmla="*/ 1074291 h 1393605"/>
              <a:gd name="connsiteX11" fmla="*/ 2104572 w 3802743"/>
              <a:gd name="connsiteY11" fmla="*/ 638862 h 1393605"/>
              <a:gd name="connsiteX12" fmla="*/ 2220686 w 3802743"/>
              <a:gd name="connsiteY12" fmla="*/ 363091 h 1393605"/>
              <a:gd name="connsiteX13" fmla="*/ 2351315 w 3802743"/>
              <a:gd name="connsiteY13" fmla="*/ 1030748 h 1393605"/>
              <a:gd name="connsiteX14" fmla="*/ 2510972 w 3802743"/>
              <a:gd name="connsiteY14" fmla="*/ 145377 h 1393605"/>
              <a:gd name="connsiteX15" fmla="*/ 2612572 w 3802743"/>
              <a:gd name="connsiteY15" fmla="*/ 566291 h 1393605"/>
              <a:gd name="connsiteX16" fmla="*/ 2714172 w 3802743"/>
              <a:gd name="connsiteY16" fmla="*/ 377605 h 1393605"/>
              <a:gd name="connsiteX17" fmla="*/ 2801257 w 3802743"/>
              <a:gd name="connsiteY17" fmla="*/ 551777 h 1393605"/>
              <a:gd name="connsiteX18" fmla="*/ 2960915 w 3802743"/>
              <a:gd name="connsiteY18" fmla="*/ 276005 h 1393605"/>
              <a:gd name="connsiteX19" fmla="*/ 3149600 w 3802743"/>
              <a:gd name="connsiteY19" fmla="*/ 696920 h 1393605"/>
              <a:gd name="connsiteX20" fmla="*/ 3222172 w 3802743"/>
              <a:gd name="connsiteY20" fmla="*/ 234 h 1393605"/>
              <a:gd name="connsiteX21" fmla="*/ 3410857 w 3802743"/>
              <a:gd name="connsiteY21" fmla="*/ 784005 h 1393605"/>
              <a:gd name="connsiteX22" fmla="*/ 3526972 w 3802743"/>
              <a:gd name="connsiteY22" fmla="*/ 595320 h 1393605"/>
              <a:gd name="connsiteX23" fmla="*/ 3802743 w 3802743"/>
              <a:gd name="connsiteY23" fmla="*/ 1175891 h 1393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802743" h="1393605">
                <a:moveTo>
                  <a:pt x="0" y="1393605"/>
                </a:moveTo>
                <a:cubicBezTo>
                  <a:pt x="62895" y="1241205"/>
                  <a:pt x="125791" y="1088805"/>
                  <a:pt x="174172" y="1059777"/>
                </a:cubicBezTo>
                <a:cubicBezTo>
                  <a:pt x="222553" y="1030749"/>
                  <a:pt x="229810" y="1284748"/>
                  <a:pt x="290286" y="1219434"/>
                </a:cubicBezTo>
                <a:cubicBezTo>
                  <a:pt x="350762" y="1154120"/>
                  <a:pt x="459620" y="672729"/>
                  <a:pt x="537029" y="667891"/>
                </a:cubicBezTo>
                <a:cubicBezTo>
                  <a:pt x="614438" y="663053"/>
                  <a:pt x="699105" y="1163796"/>
                  <a:pt x="754743" y="1190405"/>
                </a:cubicBezTo>
                <a:cubicBezTo>
                  <a:pt x="810381" y="1217014"/>
                  <a:pt x="820057" y="834805"/>
                  <a:pt x="870857" y="827548"/>
                </a:cubicBezTo>
                <a:cubicBezTo>
                  <a:pt x="921657" y="820291"/>
                  <a:pt x="991810" y="1185567"/>
                  <a:pt x="1059543" y="1146862"/>
                </a:cubicBezTo>
                <a:cubicBezTo>
                  <a:pt x="1127276" y="1108157"/>
                  <a:pt x="1214362" y="607415"/>
                  <a:pt x="1277257" y="595320"/>
                </a:cubicBezTo>
                <a:cubicBezTo>
                  <a:pt x="1340152" y="583225"/>
                  <a:pt x="1371601" y="1144443"/>
                  <a:pt x="1436915" y="1074291"/>
                </a:cubicBezTo>
                <a:cubicBezTo>
                  <a:pt x="1502229" y="1004138"/>
                  <a:pt x="1594153" y="174405"/>
                  <a:pt x="1669143" y="174405"/>
                </a:cubicBezTo>
                <a:cubicBezTo>
                  <a:pt x="1744133" y="174405"/>
                  <a:pt x="1814286" y="996882"/>
                  <a:pt x="1886857" y="1074291"/>
                </a:cubicBezTo>
                <a:cubicBezTo>
                  <a:pt x="1959428" y="1151700"/>
                  <a:pt x="2048934" y="757395"/>
                  <a:pt x="2104572" y="638862"/>
                </a:cubicBezTo>
                <a:cubicBezTo>
                  <a:pt x="2160210" y="520329"/>
                  <a:pt x="2179562" y="297777"/>
                  <a:pt x="2220686" y="363091"/>
                </a:cubicBezTo>
                <a:cubicBezTo>
                  <a:pt x="2261810" y="428405"/>
                  <a:pt x="2302934" y="1067034"/>
                  <a:pt x="2351315" y="1030748"/>
                </a:cubicBezTo>
                <a:cubicBezTo>
                  <a:pt x="2399696" y="994462"/>
                  <a:pt x="2467429" y="222787"/>
                  <a:pt x="2510972" y="145377"/>
                </a:cubicBezTo>
                <a:cubicBezTo>
                  <a:pt x="2554515" y="67967"/>
                  <a:pt x="2578705" y="527586"/>
                  <a:pt x="2612572" y="566291"/>
                </a:cubicBezTo>
                <a:cubicBezTo>
                  <a:pt x="2646439" y="604996"/>
                  <a:pt x="2682725" y="380024"/>
                  <a:pt x="2714172" y="377605"/>
                </a:cubicBezTo>
                <a:cubicBezTo>
                  <a:pt x="2745620" y="375186"/>
                  <a:pt x="2760133" y="568710"/>
                  <a:pt x="2801257" y="551777"/>
                </a:cubicBezTo>
                <a:cubicBezTo>
                  <a:pt x="2842381" y="534844"/>
                  <a:pt x="2902858" y="251815"/>
                  <a:pt x="2960915" y="276005"/>
                </a:cubicBezTo>
                <a:cubicBezTo>
                  <a:pt x="3018972" y="300195"/>
                  <a:pt x="3106057" y="742882"/>
                  <a:pt x="3149600" y="696920"/>
                </a:cubicBezTo>
                <a:cubicBezTo>
                  <a:pt x="3193143" y="650958"/>
                  <a:pt x="3178629" y="-14280"/>
                  <a:pt x="3222172" y="234"/>
                </a:cubicBezTo>
                <a:cubicBezTo>
                  <a:pt x="3265715" y="14748"/>
                  <a:pt x="3360057" y="684824"/>
                  <a:pt x="3410857" y="784005"/>
                </a:cubicBezTo>
                <a:cubicBezTo>
                  <a:pt x="3461657" y="883186"/>
                  <a:pt x="3461658" y="530006"/>
                  <a:pt x="3526972" y="595320"/>
                </a:cubicBezTo>
                <a:cubicBezTo>
                  <a:pt x="3592286" y="660634"/>
                  <a:pt x="3697514" y="918262"/>
                  <a:pt x="3802743" y="1175891"/>
                </a:cubicBez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1062706" y="2780807"/>
            <a:ext cx="2793" cy="920089"/>
          </a:xfrm>
          <a:custGeom>
            <a:avLst/>
            <a:gdLst>
              <a:gd name="connsiteX0" fmla="*/ 0 w 2793"/>
              <a:gd name="connsiteY0" fmla="*/ 0 h 754743"/>
              <a:gd name="connsiteX1" fmla="*/ 0 w 2793"/>
              <a:gd name="connsiteY1" fmla="*/ 754743 h 754743"/>
              <a:gd name="connsiteX0-1" fmla="*/ 0 w 10000"/>
              <a:gd name="connsiteY0-2" fmla="*/ 0 h 12187"/>
              <a:gd name="connsiteX1-3" fmla="*/ 0 w 10000"/>
              <a:gd name="connsiteY1-4" fmla="*/ 12187 h 1218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10000" h="12187">
                <a:moveTo>
                  <a:pt x="0" y="0"/>
                </a:moveTo>
                <a:cubicBezTo>
                  <a:pt x="8661" y="4375"/>
                  <a:pt x="17322" y="10937"/>
                  <a:pt x="0" y="12187"/>
                </a:cubicBez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/>
        </p:nvSpPr>
        <p:spPr>
          <a:xfrm>
            <a:off x="2191418" y="2280592"/>
            <a:ext cx="19757" cy="1420336"/>
          </a:xfrm>
          <a:custGeom>
            <a:avLst/>
            <a:gdLst>
              <a:gd name="connsiteX0" fmla="*/ 0 w 2793"/>
              <a:gd name="connsiteY0" fmla="*/ 0 h 754743"/>
              <a:gd name="connsiteX1" fmla="*/ 0 w 2793"/>
              <a:gd name="connsiteY1" fmla="*/ 754743 h 754743"/>
              <a:gd name="connsiteX0-1" fmla="*/ 0 w 10000"/>
              <a:gd name="connsiteY0-2" fmla="*/ 0 h 12187"/>
              <a:gd name="connsiteX1-3" fmla="*/ 0 w 10000"/>
              <a:gd name="connsiteY1-4" fmla="*/ 12187 h 12187"/>
              <a:gd name="connsiteX0-5" fmla="*/ 0 w 70738"/>
              <a:gd name="connsiteY0-6" fmla="*/ 0 h 18813"/>
              <a:gd name="connsiteX1-7" fmla="*/ 68206 w 70738"/>
              <a:gd name="connsiteY1-8" fmla="*/ 18813 h 1881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70738" h="18813">
                <a:moveTo>
                  <a:pt x="0" y="0"/>
                </a:moveTo>
                <a:cubicBezTo>
                  <a:pt x="8661" y="4375"/>
                  <a:pt x="85528" y="17563"/>
                  <a:pt x="68206" y="18813"/>
                </a:cubicBez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任意多边形 29"/>
          <p:cNvSpPr/>
          <p:nvPr/>
        </p:nvSpPr>
        <p:spPr>
          <a:xfrm>
            <a:off x="3753518" y="2115441"/>
            <a:ext cx="25964" cy="1541057"/>
          </a:xfrm>
          <a:custGeom>
            <a:avLst/>
            <a:gdLst>
              <a:gd name="connsiteX0" fmla="*/ 0 w 2793"/>
              <a:gd name="connsiteY0" fmla="*/ 0 h 754743"/>
              <a:gd name="connsiteX1" fmla="*/ 0 w 2793"/>
              <a:gd name="connsiteY1" fmla="*/ 754743 h 754743"/>
              <a:gd name="connsiteX0-1" fmla="*/ 0 w 10000"/>
              <a:gd name="connsiteY0-2" fmla="*/ 0 h 12187"/>
              <a:gd name="connsiteX1-3" fmla="*/ 0 w 10000"/>
              <a:gd name="connsiteY1-4" fmla="*/ 12187 h 12187"/>
              <a:gd name="connsiteX0-5" fmla="*/ 0 w 70738"/>
              <a:gd name="connsiteY0-6" fmla="*/ 0 h 18813"/>
              <a:gd name="connsiteX1-7" fmla="*/ 68206 w 70738"/>
              <a:gd name="connsiteY1-8" fmla="*/ 18813 h 18813"/>
              <a:gd name="connsiteX0-9" fmla="*/ 0 w 92962"/>
              <a:gd name="connsiteY0-10" fmla="*/ 0 h 20412"/>
              <a:gd name="connsiteX1-11" fmla="*/ 90942 w 92962"/>
              <a:gd name="connsiteY1-12" fmla="*/ 20412 h 2041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</a:cxnLst>
            <a:rect l="l" t="t" r="r" b="b"/>
            <a:pathLst>
              <a:path w="92962" h="20412">
                <a:moveTo>
                  <a:pt x="0" y="0"/>
                </a:moveTo>
                <a:cubicBezTo>
                  <a:pt x="8661" y="4375"/>
                  <a:pt x="108264" y="19162"/>
                  <a:pt x="90942" y="20412"/>
                </a:cubicBezTo>
              </a:path>
            </a:pathLst>
          </a:cu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16794" y="2655809"/>
            <a:ext cx="100806" cy="100837"/>
          </a:xfrm>
          <a:prstGeom prst="ellipse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2143126" y="2170679"/>
            <a:ext cx="100806" cy="100837"/>
          </a:xfrm>
          <a:prstGeom prst="ellipse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3695701" y="2003939"/>
            <a:ext cx="100806" cy="100837"/>
          </a:xfrm>
          <a:prstGeom prst="ellipse">
            <a:avLst/>
          </a:prstGeom>
          <a:blipFill dpi="0" rotWithShape="1">
            <a:blip r:embed="rId2" cstate="screen"/>
            <a:srcRect/>
            <a:stretch>
              <a:fillRect/>
            </a:stretch>
          </a:blip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151946" y="2414953"/>
            <a:ext cx="2981473" cy="7550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  <a:defRPr sz="1800">
                <a:solidFill>
                  <a:srgbClr val="000000"/>
                </a:solidFill>
              </a:defRPr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Copy paste fonts. Choose the only option to retain text.Copy paste fonts. Choose the only option to retain text.</a:t>
            </a:r>
          </a:p>
        </p:txBody>
      </p:sp>
      <p:sp>
        <p:nvSpPr>
          <p:cNvPr id="16" name="矩形 15"/>
          <p:cNvSpPr/>
          <p:nvPr/>
        </p:nvSpPr>
        <p:spPr>
          <a:xfrm>
            <a:off x="5100020" y="2089176"/>
            <a:ext cx="134807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 here</a:t>
            </a:r>
          </a:p>
        </p:txBody>
      </p:sp>
      <p:sp>
        <p:nvSpPr>
          <p:cNvPr id="17" name="矩形 16"/>
          <p:cNvSpPr/>
          <p:nvPr/>
        </p:nvSpPr>
        <p:spPr>
          <a:xfrm>
            <a:off x="324485" y="3865245"/>
            <a:ext cx="4199255" cy="27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 paste fonts. Choose the only option to retain text.</a:t>
            </a:r>
          </a:p>
        </p:txBody>
      </p:sp>
      <p:sp>
        <p:nvSpPr>
          <p:cNvPr id="18" name="矩形 17"/>
          <p:cNvSpPr/>
          <p:nvPr/>
        </p:nvSpPr>
        <p:spPr>
          <a:xfrm>
            <a:off x="231100" y="2318237"/>
            <a:ext cx="1852126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25%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305157" y="1882674"/>
            <a:ext cx="1852126" cy="307777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48%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311860" y="1708448"/>
            <a:ext cx="9001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54%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37"/>
          <p:cNvSpPr txBox="1"/>
          <p:nvPr/>
        </p:nvSpPr>
        <p:spPr>
          <a:xfrm>
            <a:off x="196716" y="181655"/>
            <a:ext cx="3259160" cy="464185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3930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Text here</a:t>
            </a:r>
          </a:p>
        </p:txBody>
      </p:sp>
      <p:sp>
        <p:nvSpPr>
          <p:cNvPr id="2" name="文本框 38"/>
          <p:cNvSpPr txBox="1"/>
          <p:nvPr/>
        </p:nvSpPr>
        <p:spPr>
          <a:xfrm>
            <a:off x="395536" y="649707"/>
            <a:ext cx="2592288" cy="279400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algn="dist" defTabSz="963930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ADD RELATED TITLE WORDS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comb dir="vert"/>
      </p:transition>
    </mc:Choice>
    <mc:Fallback xmlns="">
      <p:transition>
        <p:comb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37"/>
          <p:cNvSpPr txBox="1"/>
          <p:nvPr/>
        </p:nvSpPr>
        <p:spPr>
          <a:xfrm>
            <a:off x="196716" y="181655"/>
            <a:ext cx="3259160" cy="464185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3930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Text here</a:t>
            </a:r>
          </a:p>
        </p:txBody>
      </p:sp>
      <p:sp>
        <p:nvSpPr>
          <p:cNvPr id="11" name="文本框 38"/>
          <p:cNvSpPr txBox="1"/>
          <p:nvPr/>
        </p:nvSpPr>
        <p:spPr>
          <a:xfrm>
            <a:off x="395536" y="649707"/>
            <a:ext cx="2592288" cy="279400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algn="dist" defTabSz="963930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ADD RELATED TITLE WORDS</a:t>
            </a:r>
          </a:p>
        </p:txBody>
      </p:sp>
      <p:grpSp>
        <p:nvGrpSpPr>
          <p:cNvPr id="30" name="Group 191"/>
          <p:cNvGrpSpPr/>
          <p:nvPr/>
        </p:nvGrpSpPr>
        <p:grpSpPr>
          <a:xfrm>
            <a:off x="1311807" y="1699542"/>
            <a:ext cx="1147661" cy="877138"/>
            <a:chOff x="0" y="0"/>
            <a:chExt cx="1530214" cy="1169156"/>
          </a:xfrm>
        </p:grpSpPr>
        <p:sp>
          <p:nvSpPr>
            <p:cNvPr id="31" name="chenying0907 180"/>
            <p:cNvSpPr/>
            <p:nvPr/>
          </p:nvSpPr>
          <p:spPr>
            <a:xfrm>
              <a:off x="0" y="203199"/>
              <a:ext cx="1087141" cy="550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31" extrusionOk="0">
                  <a:moveTo>
                    <a:pt x="21600" y="0"/>
                  </a:moveTo>
                  <a:cubicBezTo>
                    <a:pt x="19532" y="418"/>
                    <a:pt x="1689" y="152"/>
                    <a:pt x="0" y="122"/>
                  </a:cubicBezTo>
                  <a:cubicBezTo>
                    <a:pt x="688" y="2807"/>
                    <a:pt x="3880" y="19337"/>
                    <a:pt x="4116" y="21259"/>
                  </a:cubicBezTo>
                  <a:cubicBezTo>
                    <a:pt x="9519" y="21600"/>
                    <a:pt x="13773" y="20605"/>
                    <a:pt x="18890" y="20744"/>
                  </a:cubicBezTo>
                  <a:cubicBezTo>
                    <a:pt x="18812" y="15990"/>
                    <a:pt x="21237" y="2883"/>
                    <a:pt x="21600" y="0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32" name="chenying0907 181"/>
            <p:cNvSpPr/>
            <p:nvPr/>
          </p:nvSpPr>
          <p:spPr>
            <a:xfrm>
              <a:off x="241300" y="723900"/>
              <a:ext cx="711891" cy="2425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7" h="21600" extrusionOk="0">
                  <a:moveTo>
                    <a:pt x="21536" y="0"/>
                  </a:moveTo>
                  <a:cubicBezTo>
                    <a:pt x="21537" y="5316"/>
                    <a:pt x="21600" y="14865"/>
                    <a:pt x="21503" y="21600"/>
                  </a:cubicBezTo>
                  <a:cubicBezTo>
                    <a:pt x="15917" y="19594"/>
                    <a:pt x="5170" y="20360"/>
                    <a:pt x="0" y="20359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33" name="chenying0907 182"/>
            <p:cNvSpPr/>
            <p:nvPr/>
          </p:nvSpPr>
          <p:spPr>
            <a:xfrm>
              <a:off x="292099" y="1015999"/>
              <a:ext cx="184237" cy="153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791" h="16651" extrusionOk="0">
                  <a:moveTo>
                    <a:pt x="14823" y="2071"/>
                  </a:moveTo>
                  <a:cubicBezTo>
                    <a:pt x="9171" y="-2796"/>
                    <a:pt x="-2707" y="1299"/>
                    <a:pt x="559" y="10329"/>
                  </a:cubicBezTo>
                  <a:cubicBezTo>
                    <a:pt x="2791" y="16498"/>
                    <a:pt x="11156" y="18804"/>
                    <a:pt x="15530" y="14288"/>
                  </a:cubicBezTo>
                  <a:cubicBezTo>
                    <a:pt x="18893" y="10815"/>
                    <a:pt x="18380" y="5137"/>
                    <a:pt x="14823" y="2071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34" name="chenying0907 183"/>
            <p:cNvSpPr/>
            <p:nvPr/>
          </p:nvSpPr>
          <p:spPr>
            <a:xfrm>
              <a:off x="787400" y="1015999"/>
              <a:ext cx="190246" cy="1493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6541" h="13729" extrusionOk="0">
                  <a:moveTo>
                    <a:pt x="16530" y="5625"/>
                  </a:moveTo>
                  <a:cubicBezTo>
                    <a:pt x="16984" y="-3408"/>
                    <a:pt x="3664" y="46"/>
                    <a:pt x="961" y="4842"/>
                  </a:cubicBezTo>
                  <a:cubicBezTo>
                    <a:pt x="-4616" y="14734"/>
                    <a:pt x="15889" y="18192"/>
                    <a:pt x="16530" y="5625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35" name="chenying0907 184"/>
            <p:cNvSpPr/>
            <p:nvPr/>
          </p:nvSpPr>
          <p:spPr>
            <a:xfrm>
              <a:off x="1092200" y="38100"/>
              <a:ext cx="279400" cy="1573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9" extrusionOk="0">
                  <a:moveTo>
                    <a:pt x="0" y="21589"/>
                  </a:moveTo>
                  <a:cubicBezTo>
                    <a:pt x="1227" y="10566"/>
                    <a:pt x="4418" y="0"/>
                    <a:pt x="4418" y="0"/>
                  </a:cubicBezTo>
                  <a:cubicBezTo>
                    <a:pt x="4418" y="0"/>
                    <a:pt x="17320" y="-11"/>
                    <a:pt x="21600" y="1452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36" name="chenying0907 185"/>
            <p:cNvSpPr/>
            <p:nvPr/>
          </p:nvSpPr>
          <p:spPr>
            <a:xfrm>
              <a:off x="1371600" y="-1"/>
              <a:ext cx="158615" cy="1534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267" h="16604" extrusionOk="0">
                  <a:moveTo>
                    <a:pt x="8629" y="257"/>
                  </a:moveTo>
                  <a:cubicBezTo>
                    <a:pt x="1044" y="-2131"/>
                    <a:pt x="-3928" y="12825"/>
                    <a:pt x="4102" y="16166"/>
                  </a:cubicBezTo>
                  <a:cubicBezTo>
                    <a:pt x="12041" y="19469"/>
                    <a:pt x="17672" y="3103"/>
                    <a:pt x="8629" y="257"/>
                  </a:cubicBezTo>
                  <a:close/>
                </a:path>
              </a:pathLst>
            </a:custGeom>
            <a:solidFill>
              <a:srgbClr val="FDD67A"/>
            </a:solidFill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37" name="chenying0907 186"/>
            <p:cNvSpPr/>
            <p:nvPr/>
          </p:nvSpPr>
          <p:spPr>
            <a:xfrm>
              <a:off x="114300" y="457199"/>
              <a:ext cx="855130" cy="253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0718" extrusionOk="0">
                  <a:moveTo>
                    <a:pt x="0" y="10718"/>
                  </a:moveTo>
                  <a:cubicBezTo>
                    <a:pt x="6815" y="-10882"/>
                    <a:pt x="14605" y="6784"/>
                    <a:pt x="21600" y="7145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38" name="chenying0907 187"/>
            <p:cNvSpPr/>
            <p:nvPr/>
          </p:nvSpPr>
          <p:spPr>
            <a:xfrm>
              <a:off x="139700" y="215900"/>
              <a:ext cx="135471" cy="245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5664" y="7348"/>
                    <a:pt x="6577" y="14250"/>
                    <a:pt x="0" y="2160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40" name="chenying0907 188"/>
            <p:cNvSpPr/>
            <p:nvPr/>
          </p:nvSpPr>
          <p:spPr>
            <a:xfrm>
              <a:off x="215900" y="215900"/>
              <a:ext cx="330200" cy="5164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3854" y="20063"/>
                    <a:pt x="5471" y="16499"/>
                    <a:pt x="7529" y="14064"/>
                  </a:cubicBezTo>
                  <a:cubicBezTo>
                    <a:pt x="10391" y="10676"/>
                    <a:pt x="13587" y="7565"/>
                    <a:pt x="16922" y="4371"/>
                  </a:cubicBezTo>
                  <a:cubicBezTo>
                    <a:pt x="18466" y="2892"/>
                    <a:pt x="19836" y="1336"/>
                    <a:pt x="21600" y="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41" name="chenying0907 189"/>
            <p:cNvSpPr/>
            <p:nvPr/>
          </p:nvSpPr>
          <p:spPr>
            <a:xfrm>
              <a:off x="520700" y="228600"/>
              <a:ext cx="330200" cy="5164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262" y="16200"/>
                    <a:pt x="11372" y="10845"/>
                    <a:pt x="16190" y="5663"/>
                  </a:cubicBezTo>
                  <a:cubicBezTo>
                    <a:pt x="17799" y="3933"/>
                    <a:pt x="20928" y="1483"/>
                    <a:pt x="21600" y="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43" name="chenying0907 190"/>
            <p:cNvSpPr/>
            <p:nvPr/>
          </p:nvSpPr>
          <p:spPr>
            <a:xfrm>
              <a:off x="774700" y="406400"/>
              <a:ext cx="247650" cy="325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5908" y="14861"/>
                    <a:pt x="14584" y="7020"/>
                    <a:pt x="21600" y="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grpSp>
        <p:nvGrpSpPr>
          <p:cNvPr id="44" name="Group 31"/>
          <p:cNvGrpSpPr/>
          <p:nvPr/>
        </p:nvGrpSpPr>
        <p:grpSpPr>
          <a:xfrm>
            <a:off x="5167681" y="3223304"/>
            <a:ext cx="844204" cy="1116995"/>
            <a:chOff x="0" y="0"/>
            <a:chExt cx="1125603" cy="1488866"/>
          </a:xfrm>
        </p:grpSpPr>
        <p:sp>
          <p:nvSpPr>
            <p:cNvPr id="52" name="chenying0907 24"/>
            <p:cNvSpPr/>
            <p:nvPr/>
          </p:nvSpPr>
          <p:spPr>
            <a:xfrm>
              <a:off x="380999" y="0"/>
              <a:ext cx="226807" cy="7619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0841" h="21600" extrusionOk="0">
                  <a:moveTo>
                    <a:pt x="4677" y="0"/>
                  </a:moveTo>
                  <a:cubicBezTo>
                    <a:pt x="2118" y="4759"/>
                    <a:pt x="-2719" y="5881"/>
                    <a:pt x="1960" y="10293"/>
                  </a:cubicBezTo>
                  <a:cubicBezTo>
                    <a:pt x="6607" y="14674"/>
                    <a:pt x="18881" y="17537"/>
                    <a:pt x="2856" y="2160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55" name="chenying0907 25"/>
            <p:cNvSpPr/>
            <p:nvPr/>
          </p:nvSpPr>
          <p:spPr>
            <a:xfrm>
              <a:off x="508000" y="304800"/>
              <a:ext cx="364439" cy="45718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165" h="21600" extrusionOk="0">
                  <a:moveTo>
                    <a:pt x="9200" y="21600"/>
                  </a:moveTo>
                  <a:cubicBezTo>
                    <a:pt x="21600" y="15776"/>
                    <a:pt x="1051" y="6083"/>
                    <a:pt x="0" y="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56" name="chenying0907 26"/>
            <p:cNvSpPr/>
            <p:nvPr/>
          </p:nvSpPr>
          <p:spPr>
            <a:xfrm>
              <a:off x="101599" y="825500"/>
              <a:ext cx="896996" cy="185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671" h="20309" extrusionOk="0">
                  <a:moveTo>
                    <a:pt x="19855" y="13107"/>
                  </a:moveTo>
                  <a:cubicBezTo>
                    <a:pt x="20187" y="12071"/>
                    <a:pt x="20465" y="10866"/>
                    <a:pt x="20671" y="9462"/>
                  </a:cubicBezTo>
                  <a:cubicBezTo>
                    <a:pt x="18437" y="-1026"/>
                    <a:pt x="14577" y="-41"/>
                    <a:pt x="11431" y="75"/>
                  </a:cubicBezTo>
                  <a:cubicBezTo>
                    <a:pt x="9715" y="139"/>
                    <a:pt x="7348" y="702"/>
                    <a:pt x="4860" y="2689"/>
                  </a:cubicBezTo>
                  <a:cubicBezTo>
                    <a:pt x="3720" y="3598"/>
                    <a:pt x="676" y="5547"/>
                    <a:pt x="58" y="11102"/>
                  </a:cubicBezTo>
                  <a:cubicBezTo>
                    <a:pt x="-929" y="19995"/>
                    <a:pt x="10843" y="20574"/>
                    <a:pt x="11702" y="20241"/>
                  </a:cubicBezTo>
                  <a:cubicBezTo>
                    <a:pt x="13617" y="19497"/>
                    <a:pt x="17786" y="19574"/>
                    <a:pt x="19855" y="13107"/>
                  </a:cubicBezTo>
                  <a:close/>
                </a:path>
              </a:pathLst>
            </a:custGeom>
            <a:solidFill>
              <a:srgbClr val="E7E4EA"/>
            </a:solidFill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57" name="chenying0907 27"/>
            <p:cNvSpPr/>
            <p:nvPr/>
          </p:nvSpPr>
          <p:spPr>
            <a:xfrm>
              <a:off x="101600" y="927100"/>
              <a:ext cx="900857" cy="3917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79" extrusionOk="0">
                  <a:moveTo>
                    <a:pt x="0" y="1011"/>
                  </a:moveTo>
                  <a:cubicBezTo>
                    <a:pt x="1020" y="10161"/>
                    <a:pt x="4609" y="21600"/>
                    <a:pt x="10434" y="20732"/>
                  </a:cubicBezTo>
                  <a:cubicBezTo>
                    <a:pt x="16012" y="19902"/>
                    <a:pt x="19225" y="10030"/>
                    <a:pt x="21600" y="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58" name="chenying0907 28"/>
            <p:cNvSpPr/>
            <p:nvPr/>
          </p:nvSpPr>
          <p:spPr>
            <a:xfrm>
              <a:off x="762000" y="977899"/>
              <a:ext cx="363604" cy="2545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393" h="19452" extrusionOk="0">
                  <a:moveTo>
                    <a:pt x="9504" y="4082"/>
                  </a:moveTo>
                  <a:cubicBezTo>
                    <a:pt x="10956" y="2606"/>
                    <a:pt x="17556" y="-2148"/>
                    <a:pt x="19170" y="1128"/>
                  </a:cubicBezTo>
                  <a:cubicBezTo>
                    <a:pt x="21600" y="6062"/>
                    <a:pt x="3448" y="17994"/>
                    <a:pt x="0" y="19452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83" name="chenying0907 29"/>
            <p:cNvSpPr/>
            <p:nvPr/>
          </p:nvSpPr>
          <p:spPr>
            <a:xfrm>
              <a:off x="-1" y="1219200"/>
              <a:ext cx="1086587" cy="2696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29" h="20016" extrusionOk="0">
                  <a:moveTo>
                    <a:pt x="5008" y="210"/>
                  </a:moveTo>
                  <a:cubicBezTo>
                    <a:pt x="3795" y="1406"/>
                    <a:pt x="604" y="1401"/>
                    <a:pt x="82" y="7068"/>
                  </a:cubicBezTo>
                  <a:cubicBezTo>
                    <a:pt x="-484" y="13210"/>
                    <a:pt x="2029" y="15022"/>
                    <a:pt x="3033" y="16100"/>
                  </a:cubicBezTo>
                  <a:cubicBezTo>
                    <a:pt x="7369" y="20760"/>
                    <a:pt x="12891" y="21600"/>
                    <a:pt x="17228" y="16770"/>
                  </a:cubicBezTo>
                  <a:cubicBezTo>
                    <a:pt x="18224" y="15661"/>
                    <a:pt x="20447" y="12562"/>
                    <a:pt x="20703" y="8072"/>
                  </a:cubicBezTo>
                  <a:cubicBezTo>
                    <a:pt x="21116" y="840"/>
                    <a:pt x="16362" y="651"/>
                    <a:pt x="15265" y="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84" name="chenying0907 30"/>
            <p:cNvSpPr/>
            <p:nvPr/>
          </p:nvSpPr>
          <p:spPr>
            <a:xfrm>
              <a:off x="203199" y="584200"/>
              <a:ext cx="188035" cy="3238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7904" h="21544" extrusionOk="0">
                  <a:moveTo>
                    <a:pt x="15405" y="0"/>
                  </a:moveTo>
                  <a:cubicBezTo>
                    <a:pt x="21507" y="5087"/>
                    <a:pt x="15299" y="7621"/>
                    <a:pt x="8897" y="9820"/>
                  </a:cubicBezTo>
                  <a:cubicBezTo>
                    <a:pt x="5317" y="11050"/>
                    <a:pt x="82" y="11552"/>
                    <a:pt x="0" y="15413"/>
                  </a:cubicBezTo>
                  <a:cubicBezTo>
                    <a:pt x="-93" y="19790"/>
                    <a:pt x="11124" y="21600"/>
                    <a:pt x="15405" y="21542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grpSp>
        <p:nvGrpSpPr>
          <p:cNvPr id="85" name="Group 191"/>
          <p:cNvGrpSpPr/>
          <p:nvPr/>
        </p:nvGrpSpPr>
        <p:grpSpPr>
          <a:xfrm>
            <a:off x="1285918" y="3255513"/>
            <a:ext cx="1132613" cy="1052575"/>
            <a:chOff x="0" y="0"/>
            <a:chExt cx="1692202" cy="1572135"/>
          </a:xfrm>
        </p:grpSpPr>
        <p:grpSp>
          <p:nvGrpSpPr>
            <p:cNvPr id="86" name="Group 181"/>
            <p:cNvGrpSpPr/>
            <p:nvPr/>
          </p:nvGrpSpPr>
          <p:grpSpPr>
            <a:xfrm>
              <a:off x="-1" y="63499"/>
              <a:ext cx="1225623" cy="1508637"/>
              <a:chOff x="0" y="0"/>
              <a:chExt cx="1225621" cy="1508635"/>
            </a:xfrm>
          </p:grpSpPr>
          <p:sp>
            <p:nvSpPr>
              <p:cNvPr id="87" name="chenying0907 177"/>
              <p:cNvSpPr/>
              <p:nvPr/>
            </p:nvSpPr>
            <p:spPr>
              <a:xfrm>
                <a:off x="-1" y="-1"/>
                <a:ext cx="1225623" cy="150863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738" h="20536" extrusionOk="0">
                    <a:moveTo>
                      <a:pt x="19520" y="6663"/>
                    </a:moveTo>
                    <a:cubicBezTo>
                      <a:pt x="19716" y="4387"/>
                      <a:pt x="20507" y="594"/>
                      <a:pt x="17060" y="434"/>
                    </a:cubicBezTo>
                    <a:cubicBezTo>
                      <a:pt x="12776" y="235"/>
                      <a:pt x="2535" y="-769"/>
                      <a:pt x="1476" y="1186"/>
                    </a:cubicBezTo>
                    <a:cubicBezTo>
                      <a:pt x="531" y="2931"/>
                      <a:pt x="333" y="7088"/>
                      <a:pt x="320" y="9016"/>
                    </a:cubicBezTo>
                    <a:cubicBezTo>
                      <a:pt x="300" y="11991"/>
                      <a:pt x="-1093" y="19381"/>
                      <a:pt x="2091" y="20026"/>
                    </a:cubicBezTo>
                    <a:cubicBezTo>
                      <a:pt x="6072" y="20831"/>
                      <a:pt x="13185" y="20505"/>
                      <a:pt x="17403" y="20246"/>
                    </a:cubicBezTo>
                    <a:cubicBezTo>
                      <a:pt x="19918" y="20091"/>
                      <a:pt x="19012" y="16325"/>
                      <a:pt x="19145" y="14531"/>
                    </a:cubicBezTo>
                    <a:cubicBezTo>
                      <a:pt x="19244" y="13188"/>
                      <a:pt x="19411" y="7939"/>
                      <a:pt x="19520" y="6663"/>
                    </a:cubicBezTo>
                    <a:close/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88" name="chenying0907 178"/>
              <p:cNvSpPr/>
              <p:nvPr/>
            </p:nvSpPr>
            <p:spPr>
              <a:xfrm>
                <a:off x="152399" y="177800"/>
                <a:ext cx="911322" cy="10906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694" h="20824" extrusionOk="0">
                    <a:moveTo>
                      <a:pt x="19260" y="20629"/>
                    </a:moveTo>
                    <a:cubicBezTo>
                      <a:pt x="14949" y="20977"/>
                      <a:pt x="10812" y="20772"/>
                      <a:pt x="6492" y="20677"/>
                    </a:cubicBezTo>
                    <a:cubicBezTo>
                      <a:pt x="4148" y="20626"/>
                      <a:pt x="3161" y="20883"/>
                      <a:pt x="793" y="20715"/>
                    </a:cubicBezTo>
                    <a:cubicBezTo>
                      <a:pt x="-906" y="20595"/>
                      <a:pt x="570" y="2257"/>
                      <a:pt x="1126" y="640"/>
                    </a:cubicBezTo>
                    <a:cubicBezTo>
                      <a:pt x="7448" y="-623"/>
                      <a:pt x="14260" y="271"/>
                      <a:pt x="20694" y="871"/>
                    </a:cubicBezTo>
                    <a:cubicBezTo>
                      <a:pt x="20484" y="852"/>
                      <a:pt x="20367" y="2889"/>
                      <a:pt x="20359" y="2986"/>
                    </a:cubicBezTo>
                    <a:cubicBezTo>
                      <a:pt x="20257" y="4363"/>
                      <a:pt x="19755" y="20587"/>
                      <a:pt x="19670" y="20595"/>
                    </a:cubicBezTo>
                    <a:cubicBezTo>
                      <a:pt x="19533" y="20607"/>
                      <a:pt x="19396" y="20618"/>
                      <a:pt x="19260" y="20629"/>
                    </a:cubicBezTo>
                    <a:close/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89" name="chenying0907 179"/>
              <p:cNvSpPr/>
              <p:nvPr/>
            </p:nvSpPr>
            <p:spPr>
              <a:xfrm>
                <a:off x="520700" y="1333499"/>
                <a:ext cx="133477" cy="913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2313" h="14046" extrusionOk="0">
                    <a:moveTo>
                      <a:pt x="11167" y="10122"/>
                    </a:moveTo>
                    <a:cubicBezTo>
                      <a:pt x="15107" y="368"/>
                      <a:pt x="7968" y="-2007"/>
                      <a:pt x="3640" y="1585"/>
                    </a:cubicBezTo>
                    <a:cubicBezTo>
                      <a:pt x="-6493" y="9996"/>
                      <a:pt x="7342" y="19593"/>
                      <a:pt x="11167" y="10122"/>
                    </a:cubicBezTo>
                    <a:close/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90" name="chenying0907 180"/>
              <p:cNvSpPr/>
              <p:nvPr/>
            </p:nvSpPr>
            <p:spPr>
              <a:xfrm flipH="1" flipV="1">
                <a:off x="536067" y="88899"/>
                <a:ext cx="86234" cy="1"/>
              </a:xfrm>
              <a:prstGeom prst="line">
                <a:avLst/>
              </a:pr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</p:grpSp>
        <p:grpSp>
          <p:nvGrpSpPr>
            <p:cNvPr id="91" name="Group 185"/>
            <p:cNvGrpSpPr/>
            <p:nvPr/>
          </p:nvGrpSpPr>
          <p:grpSpPr>
            <a:xfrm>
              <a:off x="228599" y="812800"/>
              <a:ext cx="476366" cy="503623"/>
              <a:chOff x="0" y="0"/>
              <a:chExt cx="476364" cy="503622"/>
            </a:xfrm>
          </p:grpSpPr>
          <p:sp>
            <p:nvSpPr>
              <p:cNvPr id="92" name="chenying0907 182"/>
              <p:cNvSpPr/>
              <p:nvPr/>
            </p:nvSpPr>
            <p:spPr>
              <a:xfrm>
                <a:off x="76200" y="190500"/>
                <a:ext cx="397116" cy="2856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281" h="21022" extrusionOk="0">
                    <a:moveTo>
                      <a:pt x="14158" y="1797"/>
                    </a:moveTo>
                    <a:cubicBezTo>
                      <a:pt x="16682" y="3576"/>
                      <a:pt x="18515" y="6261"/>
                      <a:pt x="19377" y="9997"/>
                    </a:cubicBezTo>
                    <a:cubicBezTo>
                      <a:pt x="20066" y="12984"/>
                      <a:pt x="21421" y="17932"/>
                      <a:pt x="21269" y="21022"/>
                    </a:cubicBezTo>
                    <a:cubicBezTo>
                      <a:pt x="15103" y="14127"/>
                      <a:pt x="8404" y="5305"/>
                      <a:pt x="5" y="6602"/>
                    </a:cubicBezTo>
                    <a:cubicBezTo>
                      <a:pt x="-179" y="4102"/>
                      <a:pt x="4665" y="1207"/>
                      <a:pt x="5912" y="648"/>
                    </a:cubicBezTo>
                    <a:cubicBezTo>
                      <a:pt x="8643" y="-578"/>
                      <a:pt x="11623" y="9"/>
                      <a:pt x="14158" y="1797"/>
                    </a:cubicBezTo>
                    <a:close/>
                  </a:path>
                </a:pathLst>
              </a:custGeom>
              <a:solidFill>
                <a:srgbClr val="E7E4EA"/>
              </a:solidFill>
              <a:ln w="12700" cap="flat">
                <a:solidFill>
                  <a:schemeClr val="tx1">
                    <a:lumMod val="75000"/>
                    <a:lumOff val="25000"/>
                  </a:schemeClr>
                </a:solidFill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93" name="chenying0907 183"/>
              <p:cNvSpPr/>
              <p:nvPr/>
            </p:nvSpPr>
            <p:spPr>
              <a:xfrm>
                <a:off x="127000" y="0"/>
                <a:ext cx="181931" cy="17943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504" h="17631" extrusionOk="0">
                    <a:moveTo>
                      <a:pt x="14623" y="16680"/>
                    </a:moveTo>
                    <a:cubicBezTo>
                      <a:pt x="18650" y="14507"/>
                      <a:pt x="20734" y="9487"/>
                      <a:pt x="18736" y="5635"/>
                    </a:cubicBezTo>
                    <a:cubicBezTo>
                      <a:pt x="14465" y="-2596"/>
                      <a:pt x="1634" y="-1709"/>
                      <a:pt x="70" y="7633"/>
                    </a:cubicBezTo>
                    <a:cubicBezTo>
                      <a:pt x="-866" y="13225"/>
                      <a:pt x="7832" y="19004"/>
                      <a:pt x="13070" y="17339"/>
                    </a:cubicBezTo>
                    <a:cubicBezTo>
                      <a:pt x="13614" y="17166"/>
                      <a:pt x="14133" y="16945"/>
                      <a:pt x="14623" y="16680"/>
                    </a:cubicBezTo>
                    <a:close/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94" name="chenying0907 184"/>
              <p:cNvSpPr/>
              <p:nvPr/>
            </p:nvSpPr>
            <p:spPr>
              <a:xfrm>
                <a:off x="-1" y="190500"/>
                <a:ext cx="476366" cy="3131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379" h="17643" extrusionOk="0">
                    <a:moveTo>
                      <a:pt x="5" y="16927"/>
                    </a:moveTo>
                    <a:cubicBezTo>
                      <a:pt x="-221" y="7199"/>
                      <a:pt x="7020" y="-3957"/>
                      <a:pt x="15308" y="1386"/>
                    </a:cubicBezTo>
                    <a:cubicBezTo>
                      <a:pt x="21361" y="5288"/>
                      <a:pt x="19392" y="11416"/>
                      <a:pt x="21379" y="17643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</p:grpSp>
        <p:grpSp>
          <p:nvGrpSpPr>
            <p:cNvPr id="95" name="Group 190"/>
            <p:cNvGrpSpPr/>
            <p:nvPr/>
          </p:nvGrpSpPr>
          <p:grpSpPr>
            <a:xfrm>
              <a:off x="609600" y="0"/>
              <a:ext cx="1082603" cy="860676"/>
              <a:chOff x="0" y="0"/>
              <a:chExt cx="1082602" cy="860675"/>
            </a:xfrm>
          </p:grpSpPr>
          <p:sp>
            <p:nvSpPr>
              <p:cNvPr id="96" name="chenying0907 186"/>
              <p:cNvSpPr/>
              <p:nvPr/>
            </p:nvSpPr>
            <p:spPr>
              <a:xfrm>
                <a:off x="0" y="0"/>
                <a:ext cx="1082603" cy="86067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0055" h="17582" extrusionOk="0">
                    <a:moveTo>
                      <a:pt x="0" y="15955"/>
                    </a:moveTo>
                    <a:cubicBezTo>
                      <a:pt x="881" y="14662"/>
                      <a:pt x="1639" y="14696"/>
                      <a:pt x="1732" y="12872"/>
                    </a:cubicBezTo>
                    <a:cubicBezTo>
                      <a:pt x="1794" y="11654"/>
                      <a:pt x="1362" y="10468"/>
                      <a:pt x="1327" y="9258"/>
                    </a:cubicBezTo>
                    <a:cubicBezTo>
                      <a:pt x="1258" y="6916"/>
                      <a:pt x="2530" y="4246"/>
                      <a:pt x="4019" y="2639"/>
                    </a:cubicBezTo>
                    <a:cubicBezTo>
                      <a:pt x="9158" y="-2909"/>
                      <a:pt x="17985" y="937"/>
                      <a:pt x="19753" y="8182"/>
                    </a:cubicBezTo>
                    <a:cubicBezTo>
                      <a:pt x="21600" y="15750"/>
                      <a:pt x="14606" y="18691"/>
                      <a:pt x="9089" y="17212"/>
                    </a:cubicBezTo>
                    <a:cubicBezTo>
                      <a:pt x="6445" y="16503"/>
                      <a:pt x="3321" y="13937"/>
                      <a:pt x="588" y="15436"/>
                    </a:cubicBezTo>
                  </a:path>
                </a:pathLst>
              </a:custGeom>
              <a:solidFill>
                <a:srgbClr val="FCFDFD"/>
              </a:solidFill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97" name="chenying0907 187"/>
              <p:cNvSpPr/>
              <p:nvPr/>
            </p:nvSpPr>
            <p:spPr>
              <a:xfrm>
                <a:off x="266700" y="292100"/>
                <a:ext cx="626536" cy="249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9835" extrusionOk="0">
                    <a:moveTo>
                      <a:pt x="0" y="9835"/>
                    </a:moveTo>
                    <a:cubicBezTo>
                      <a:pt x="5974" y="-11765"/>
                      <a:pt x="15099" y="8797"/>
                      <a:pt x="21600" y="9835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98" name="chenying0907 188"/>
              <p:cNvSpPr/>
              <p:nvPr/>
            </p:nvSpPr>
            <p:spPr>
              <a:xfrm>
                <a:off x="254000" y="444500"/>
                <a:ext cx="643471" cy="1951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8246" extrusionOk="0">
                    <a:moveTo>
                      <a:pt x="0" y="2420"/>
                    </a:moveTo>
                    <a:cubicBezTo>
                      <a:pt x="7195" y="-1453"/>
                      <a:pt x="14439" y="-3354"/>
                      <a:pt x="21600" y="18246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99" name="chenying0907 189"/>
              <p:cNvSpPr/>
              <p:nvPr/>
            </p:nvSpPr>
            <p:spPr>
              <a:xfrm>
                <a:off x="241300" y="584199"/>
                <a:ext cx="667073" cy="1858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4012" extrusionOk="0">
                    <a:moveTo>
                      <a:pt x="0" y="13105"/>
                    </a:moveTo>
                    <a:cubicBezTo>
                      <a:pt x="7173" y="18622"/>
                      <a:pt x="14453" y="-2978"/>
                      <a:pt x="21600" y="351"/>
                    </a:cubicBezTo>
                    <a:cubicBezTo>
                      <a:pt x="21255" y="332"/>
                      <a:pt x="20907" y="33"/>
                      <a:pt x="20561" y="332"/>
                    </a:cubicBezTo>
                  </a:path>
                </a:pathLst>
              </a:custGeom>
              <a:noFill/>
              <a:ln w="38100" cap="flat">
                <a:solidFill>
                  <a:schemeClr val="tx1">
                    <a:lumMod val="75000"/>
                    <a:lumOff val="25000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8100" tIns="38100" rIns="38100" bIns="38100" numCol="1" anchor="ctr">
                <a:noAutofit/>
              </a:bodyPr>
              <a:lstStyle/>
              <a:p>
                <a:pPr defTabSz="342900">
                  <a:defRPr sz="3000">
                    <a:solidFill>
                      <a:srgbClr val="FFFFFF"/>
                    </a:solidFill>
                    <a:effectLst>
                      <a:outerShdw blurRad="38100" dist="12700" dir="540000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</p:grpSp>
      </p:grpSp>
      <p:grpSp>
        <p:nvGrpSpPr>
          <p:cNvPr id="100" name="Group 226"/>
          <p:cNvGrpSpPr/>
          <p:nvPr/>
        </p:nvGrpSpPr>
        <p:grpSpPr>
          <a:xfrm>
            <a:off x="5216203" y="1699003"/>
            <a:ext cx="728102" cy="988805"/>
            <a:chOff x="0" y="0"/>
            <a:chExt cx="970801" cy="1317999"/>
          </a:xfrm>
        </p:grpSpPr>
        <p:sp>
          <p:nvSpPr>
            <p:cNvPr id="101" name="chenying0907 222"/>
            <p:cNvSpPr/>
            <p:nvPr/>
          </p:nvSpPr>
          <p:spPr>
            <a:xfrm>
              <a:off x="-1" y="0"/>
              <a:ext cx="970803" cy="131800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6" h="21449" extrusionOk="0">
                  <a:moveTo>
                    <a:pt x="15200" y="18995"/>
                  </a:moveTo>
                  <a:cubicBezTo>
                    <a:pt x="14894" y="19919"/>
                    <a:pt x="14383" y="21248"/>
                    <a:pt x="13084" y="21430"/>
                  </a:cubicBezTo>
                  <a:cubicBezTo>
                    <a:pt x="12625" y="21494"/>
                    <a:pt x="11620" y="21383"/>
                    <a:pt x="11147" y="21309"/>
                  </a:cubicBezTo>
                  <a:cubicBezTo>
                    <a:pt x="7979" y="20810"/>
                    <a:pt x="5128" y="19501"/>
                    <a:pt x="2019" y="18873"/>
                  </a:cubicBezTo>
                  <a:cubicBezTo>
                    <a:pt x="1075" y="18683"/>
                    <a:pt x="-49" y="18199"/>
                    <a:pt x="2" y="17334"/>
                  </a:cubicBezTo>
                  <a:cubicBezTo>
                    <a:pt x="72" y="16150"/>
                    <a:pt x="857" y="14761"/>
                    <a:pt x="1288" y="13617"/>
                  </a:cubicBezTo>
                  <a:cubicBezTo>
                    <a:pt x="1787" y="12292"/>
                    <a:pt x="2355" y="10983"/>
                    <a:pt x="2944" y="9679"/>
                  </a:cubicBezTo>
                  <a:cubicBezTo>
                    <a:pt x="3838" y="7702"/>
                    <a:pt x="4640" y="5736"/>
                    <a:pt x="5639" y="3798"/>
                  </a:cubicBezTo>
                  <a:cubicBezTo>
                    <a:pt x="6217" y="2678"/>
                    <a:pt x="6704" y="468"/>
                    <a:pt x="8488" y="65"/>
                  </a:cubicBezTo>
                  <a:cubicBezTo>
                    <a:pt x="9250" y="-106"/>
                    <a:pt x="10441" y="80"/>
                    <a:pt x="11115" y="368"/>
                  </a:cubicBezTo>
                  <a:cubicBezTo>
                    <a:pt x="12075" y="779"/>
                    <a:pt x="12839" y="907"/>
                    <a:pt x="13938" y="1113"/>
                  </a:cubicBezTo>
                  <a:cubicBezTo>
                    <a:pt x="15617" y="1428"/>
                    <a:pt x="17349" y="1882"/>
                    <a:pt x="18966" y="2345"/>
                  </a:cubicBezTo>
                  <a:cubicBezTo>
                    <a:pt x="19884" y="2609"/>
                    <a:pt x="20908" y="2904"/>
                    <a:pt x="21180" y="3678"/>
                  </a:cubicBezTo>
                  <a:cubicBezTo>
                    <a:pt x="21551" y="4735"/>
                    <a:pt x="20765" y="5778"/>
                    <a:pt x="20285" y="6731"/>
                  </a:cubicBezTo>
                  <a:cubicBezTo>
                    <a:pt x="19686" y="7919"/>
                    <a:pt x="19256" y="9159"/>
                    <a:pt x="18714" y="10362"/>
                  </a:cubicBezTo>
                  <a:cubicBezTo>
                    <a:pt x="17489" y="13087"/>
                    <a:pt x="16258" y="15818"/>
                    <a:pt x="15326" y="18609"/>
                  </a:cubicBezTo>
                  <a:cubicBezTo>
                    <a:pt x="15288" y="18725"/>
                    <a:pt x="15246" y="18855"/>
                    <a:pt x="15200" y="18995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102" name="chenying0907 223"/>
            <p:cNvSpPr/>
            <p:nvPr/>
          </p:nvSpPr>
          <p:spPr>
            <a:xfrm>
              <a:off x="101600" y="152400"/>
              <a:ext cx="738260" cy="96553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51" h="21600" extrusionOk="0">
                  <a:moveTo>
                    <a:pt x="5843" y="19431"/>
                  </a:moveTo>
                  <a:cubicBezTo>
                    <a:pt x="2745" y="18571"/>
                    <a:pt x="-49" y="17756"/>
                    <a:pt x="0" y="17620"/>
                  </a:cubicBezTo>
                  <a:cubicBezTo>
                    <a:pt x="601" y="15957"/>
                    <a:pt x="1675" y="14397"/>
                    <a:pt x="2399" y="12758"/>
                  </a:cubicBezTo>
                  <a:cubicBezTo>
                    <a:pt x="3390" y="10514"/>
                    <a:pt x="4575" y="8324"/>
                    <a:pt x="5560" y="6077"/>
                  </a:cubicBezTo>
                  <a:cubicBezTo>
                    <a:pt x="6422" y="4110"/>
                    <a:pt x="6672" y="1869"/>
                    <a:pt x="7840" y="0"/>
                  </a:cubicBezTo>
                  <a:cubicBezTo>
                    <a:pt x="10954" y="379"/>
                    <a:pt x="14351" y="1783"/>
                    <a:pt x="17188" y="2790"/>
                  </a:cubicBezTo>
                  <a:cubicBezTo>
                    <a:pt x="18546" y="3271"/>
                    <a:pt x="20308" y="3363"/>
                    <a:pt x="21551" y="3955"/>
                  </a:cubicBezTo>
                  <a:cubicBezTo>
                    <a:pt x="19201" y="9339"/>
                    <a:pt x="16858" y="14713"/>
                    <a:pt x="14458" y="20088"/>
                  </a:cubicBezTo>
                  <a:cubicBezTo>
                    <a:pt x="14430" y="20151"/>
                    <a:pt x="13764" y="21574"/>
                    <a:pt x="13856" y="21600"/>
                  </a:cubicBezTo>
                  <a:cubicBezTo>
                    <a:pt x="13258" y="21436"/>
                    <a:pt x="9355" y="20405"/>
                    <a:pt x="5843" y="19431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103" name="chenying0907 224"/>
            <p:cNvSpPr/>
            <p:nvPr/>
          </p:nvSpPr>
          <p:spPr>
            <a:xfrm>
              <a:off x="558800" y="127000"/>
              <a:ext cx="141437" cy="44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7110" y="7934"/>
                    <a:pt x="14611" y="12839"/>
                    <a:pt x="21600" y="21600"/>
                  </a:cubicBezTo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  <p:sp>
          <p:nvSpPr>
            <p:cNvPr id="104" name="chenying0907 225"/>
            <p:cNvSpPr/>
            <p:nvPr/>
          </p:nvSpPr>
          <p:spPr>
            <a:xfrm>
              <a:off x="304800" y="1092200"/>
              <a:ext cx="78863" cy="914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3379" h="15289" extrusionOk="0">
                  <a:moveTo>
                    <a:pt x="3509" y="747"/>
                  </a:moveTo>
                  <a:cubicBezTo>
                    <a:pt x="-4023" y="4624"/>
                    <a:pt x="1769" y="18148"/>
                    <a:pt x="9599" y="14746"/>
                  </a:cubicBezTo>
                  <a:cubicBezTo>
                    <a:pt x="17577" y="11283"/>
                    <a:pt x="11667" y="-3452"/>
                    <a:pt x="3509" y="747"/>
                  </a:cubicBezTo>
                  <a:close/>
                </a:path>
              </a:pathLst>
            </a:custGeom>
            <a:noFill/>
            <a:ln w="38100" cap="flat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defTabSz="342900">
                <a:defRPr sz="3000">
                  <a:solidFill>
                    <a:srgbClr val="FFFFFF"/>
                  </a:solidFill>
                  <a:effectLst>
                    <a:outerShdw blurRad="38100" dist="12700" dir="540000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dirty="0"/>
            </a:p>
          </p:txBody>
        </p:sp>
      </p:grpSp>
      <p:sp>
        <p:nvSpPr>
          <p:cNvPr id="105" name="chenying0907 148"/>
          <p:cNvSpPr/>
          <p:nvPr/>
        </p:nvSpPr>
        <p:spPr>
          <a:xfrm>
            <a:off x="2580962" y="1828593"/>
            <a:ext cx="2143991" cy="720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8575" tIns="28575" rIns="28575" bIns="28575" numCol="1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Copy paste fonts. Choose the only option to retain text.</a:t>
            </a:r>
          </a:p>
        </p:txBody>
      </p:sp>
      <p:sp>
        <p:nvSpPr>
          <p:cNvPr id="106" name="chenying0907 148"/>
          <p:cNvSpPr/>
          <p:nvPr/>
        </p:nvSpPr>
        <p:spPr>
          <a:xfrm>
            <a:off x="6172082" y="1866723"/>
            <a:ext cx="2143991" cy="720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8575" tIns="28575" rIns="28575" bIns="28575" numCol="1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Copy paste fonts. Choose the only option to retain text.</a:t>
            </a:r>
          </a:p>
        </p:txBody>
      </p:sp>
      <p:sp>
        <p:nvSpPr>
          <p:cNvPr id="107" name="chenying0907 148"/>
          <p:cNvSpPr/>
          <p:nvPr/>
        </p:nvSpPr>
        <p:spPr>
          <a:xfrm>
            <a:off x="2580962" y="3444128"/>
            <a:ext cx="2143991" cy="720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8575" tIns="28575" rIns="28575" bIns="28575" numCol="1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Copy paste fonts. Choose the only option to retain text.</a:t>
            </a:r>
          </a:p>
        </p:txBody>
      </p:sp>
      <p:sp>
        <p:nvSpPr>
          <p:cNvPr id="108" name="chenying0907 148"/>
          <p:cNvSpPr/>
          <p:nvPr/>
        </p:nvSpPr>
        <p:spPr>
          <a:xfrm>
            <a:off x="6172082" y="3482257"/>
            <a:ext cx="2143991" cy="7207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8575" tIns="28575" rIns="28575" bIns="28575" numCol="1" anchor="ctr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Copy paste fonts. Choose the only option to retain text.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comb dir="vert"/>
      </p:transition>
    </mc:Choice>
    <mc:Fallback xmlns="">
      <p:transition>
        <p:comb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9"/>
          <p:cNvSpPr txBox="1"/>
          <p:nvPr/>
        </p:nvSpPr>
        <p:spPr>
          <a:xfrm>
            <a:off x="4736617" y="2594178"/>
            <a:ext cx="816610" cy="252730"/>
          </a:xfrm>
          <a:prstGeom prst="rect">
            <a:avLst/>
          </a:prstGeom>
          <a:noFill/>
        </p:spPr>
        <p:txBody>
          <a:bodyPr wrap="none" lIns="68581" tIns="34291" rIns="68581" bIns="34291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dobe 仿宋 Std R" panose="02020400000000000000" pitchFamily="18" charset="-122"/>
                <a:cs typeface="Arial" panose="020B0604020202020204" pitchFamily="34" charset="0"/>
              </a:defRPr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 here</a:t>
            </a:r>
          </a:p>
        </p:txBody>
      </p:sp>
      <p:sp>
        <p:nvSpPr>
          <p:cNvPr id="5" name="文本框 1"/>
          <p:cNvSpPr txBox="1"/>
          <p:nvPr/>
        </p:nvSpPr>
        <p:spPr>
          <a:xfrm>
            <a:off x="4247964" y="1888468"/>
            <a:ext cx="3404615" cy="56070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Text here</a:t>
            </a:r>
          </a:p>
        </p:txBody>
      </p:sp>
      <p:sp>
        <p:nvSpPr>
          <p:cNvPr id="6" name="文本框 9"/>
          <p:cNvSpPr txBox="1"/>
          <p:nvPr/>
        </p:nvSpPr>
        <p:spPr>
          <a:xfrm>
            <a:off x="6479187" y="2594178"/>
            <a:ext cx="816610" cy="252730"/>
          </a:xfrm>
          <a:prstGeom prst="rect">
            <a:avLst/>
          </a:prstGeom>
          <a:noFill/>
        </p:spPr>
        <p:txBody>
          <a:bodyPr wrap="none" lIns="68581" tIns="34291" rIns="68581" bIns="34291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Adobe 仿宋 Std R" panose="02020400000000000000" pitchFamily="18" charset="-122"/>
                <a:cs typeface="Arial" panose="020B0604020202020204" pitchFamily="34" charset="0"/>
              </a:defRPr>
            </a:lvl1pPr>
          </a:lstStyle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Text here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3524577" y="1766086"/>
            <a:ext cx="828000" cy="828000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1" tIns="34291" rIns="68581" bIns="34291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800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3608092" y="1874098"/>
            <a:ext cx="720080" cy="560705"/>
          </a:xfrm>
          <a:prstGeom prst="rect">
            <a:avLst/>
          </a:prstGeom>
          <a:noFill/>
          <a:effectLst/>
        </p:spPr>
        <p:txBody>
          <a:bodyPr wrap="square" lIns="68581" tIns="34291" rIns="68581" bIns="34291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200" b="1" spc="45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03</a:t>
            </a:r>
            <a:endParaRPr lang="en-GB" altLang="zh-CN" sz="3200" b="1" spc="45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3175" y="1765935"/>
            <a:ext cx="3352800" cy="34213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push dir="u"/>
      </p:transition>
    </mc:Choice>
    <mc:Fallback xmlns="">
      <p:transition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组合 51"/>
          <p:cNvGrpSpPr/>
          <p:nvPr/>
        </p:nvGrpSpPr>
        <p:grpSpPr>
          <a:xfrm>
            <a:off x="106283" y="1494673"/>
            <a:ext cx="8700522" cy="2635248"/>
            <a:chOff x="69" y="1780"/>
            <a:chExt cx="16864" cy="5108"/>
          </a:xfrm>
        </p:grpSpPr>
        <p:grpSp>
          <p:nvGrpSpPr>
            <p:cNvPr id="8" name="889f072c-72d8-494a-bc60-0a412885ffb5"/>
            <p:cNvGrpSpPr>
              <a:grpSpLocks noChangeAspect="1"/>
            </p:cNvGrpSpPr>
            <p:nvPr/>
          </p:nvGrpSpPr>
          <p:grpSpPr>
            <a:xfrm>
              <a:off x="1545" y="2061"/>
              <a:ext cx="14627" cy="4734"/>
              <a:chOff x="719138" y="2071616"/>
              <a:chExt cx="9288000" cy="3006026"/>
            </a:xfrm>
          </p:grpSpPr>
          <p:sp>
            <p:nvSpPr>
              <p:cNvPr id="9" name="椭圆 8"/>
              <p:cNvSpPr/>
              <p:nvPr/>
            </p:nvSpPr>
            <p:spPr>
              <a:xfrm>
                <a:off x="2129203" y="2071616"/>
                <a:ext cx="489858" cy="48985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>
                  <a:sym typeface="+mn-ea"/>
                </a:endParaRPr>
              </a:p>
            </p:txBody>
          </p:sp>
          <p:sp>
            <p:nvSpPr>
              <p:cNvPr id="10" name="任意多边形: 形状 72"/>
              <p:cNvSpPr/>
              <p:nvPr/>
            </p:nvSpPr>
            <p:spPr bwMode="auto">
              <a:xfrm>
                <a:off x="2284145" y="2222691"/>
                <a:ext cx="179973" cy="179973"/>
              </a:xfrm>
              <a:custGeom>
                <a:avLst/>
                <a:gdLst>
                  <a:gd name="connsiteX0" fmla="*/ 221853 w 338138"/>
                  <a:gd name="connsiteY0" fmla="*/ 169862 h 338138"/>
                  <a:gd name="connsiteX1" fmla="*/ 243284 w 338138"/>
                  <a:gd name="connsiteY1" fmla="*/ 169862 h 338138"/>
                  <a:gd name="connsiteX2" fmla="*/ 254000 w 338138"/>
                  <a:gd name="connsiteY2" fmla="*/ 180379 h 338138"/>
                  <a:gd name="connsiteX3" fmla="*/ 254000 w 338138"/>
                  <a:gd name="connsiteY3" fmla="*/ 243483 h 338138"/>
                  <a:gd name="connsiteX4" fmla="*/ 243284 w 338138"/>
                  <a:gd name="connsiteY4" fmla="*/ 254000 h 338138"/>
                  <a:gd name="connsiteX5" fmla="*/ 221853 w 338138"/>
                  <a:gd name="connsiteY5" fmla="*/ 254000 h 338138"/>
                  <a:gd name="connsiteX6" fmla="*/ 211137 w 338138"/>
                  <a:gd name="connsiteY6" fmla="*/ 243483 h 338138"/>
                  <a:gd name="connsiteX7" fmla="*/ 211137 w 338138"/>
                  <a:gd name="connsiteY7" fmla="*/ 180379 h 338138"/>
                  <a:gd name="connsiteX8" fmla="*/ 221853 w 338138"/>
                  <a:gd name="connsiteY8" fmla="*/ 169862 h 338138"/>
                  <a:gd name="connsiteX9" fmla="*/ 94853 w 338138"/>
                  <a:gd name="connsiteY9" fmla="*/ 127000 h 338138"/>
                  <a:gd name="connsiteX10" fmla="*/ 116284 w 338138"/>
                  <a:gd name="connsiteY10" fmla="*/ 127000 h 338138"/>
                  <a:gd name="connsiteX11" fmla="*/ 127000 w 338138"/>
                  <a:gd name="connsiteY11" fmla="*/ 137583 h 338138"/>
                  <a:gd name="connsiteX12" fmla="*/ 127000 w 338138"/>
                  <a:gd name="connsiteY12" fmla="*/ 243417 h 338138"/>
                  <a:gd name="connsiteX13" fmla="*/ 116284 w 338138"/>
                  <a:gd name="connsiteY13" fmla="*/ 254000 h 338138"/>
                  <a:gd name="connsiteX14" fmla="*/ 94853 w 338138"/>
                  <a:gd name="connsiteY14" fmla="*/ 254000 h 338138"/>
                  <a:gd name="connsiteX15" fmla="*/ 84137 w 338138"/>
                  <a:gd name="connsiteY15" fmla="*/ 243417 h 338138"/>
                  <a:gd name="connsiteX16" fmla="*/ 84137 w 338138"/>
                  <a:gd name="connsiteY16" fmla="*/ 137583 h 338138"/>
                  <a:gd name="connsiteX17" fmla="*/ 94853 w 338138"/>
                  <a:gd name="connsiteY17" fmla="*/ 127000 h 338138"/>
                  <a:gd name="connsiteX18" fmla="*/ 285353 w 338138"/>
                  <a:gd name="connsiteY18" fmla="*/ 85725 h 338138"/>
                  <a:gd name="connsiteX19" fmla="*/ 306784 w 338138"/>
                  <a:gd name="connsiteY19" fmla="*/ 85725 h 338138"/>
                  <a:gd name="connsiteX20" fmla="*/ 317500 w 338138"/>
                  <a:gd name="connsiteY20" fmla="*/ 96242 h 338138"/>
                  <a:gd name="connsiteX21" fmla="*/ 317500 w 338138"/>
                  <a:gd name="connsiteY21" fmla="*/ 243483 h 338138"/>
                  <a:gd name="connsiteX22" fmla="*/ 306784 w 338138"/>
                  <a:gd name="connsiteY22" fmla="*/ 254000 h 338138"/>
                  <a:gd name="connsiteX23" fmla="*/ 285353 w 338138"/>
                  <a:gd name="connsiteY23" fmla="*/ 254000 h 338138"/>
                  <a:gd name="connsiteX24" fmla="*/ 274637 w 338138"/>
                  <a:gd name="connsiteY24" fmla="*/ 243483 h 338138"/>
                  <a:gd name="connsiteX25" fmla="*/ 274637 w 338138"/>
                  <a:gd name="connsiteY25" fmla="*/ 96242 h 338138"/>
                  <a:gd name="connsiteX26" fmla="*/ 285353 w 338138"/>
                  <a:gd name="connsiteY26" fmla="*/ 85725 h 338138"/>
                  <a:gd name="connsiteX27" fmla="*/ 158353 w 338138"/>
                  <a:gd name="connsiteY27" fmla="*/ 42862 h 338138"/>
                  <a:gd name="connsiteX28" fmla="*/ 179784 w 338138"/>
                  <a:gd name="connsiteY28" fmla="*/ 42862 h 338138"/>
                  <a:gd name="connsiteX29" fmla="*/ 190500 w 338138"/>
                  <a:gd name="connsiteY29" fmla="*/ 53419 h 338138"/>
                  <a:gd name="connsiteX30" fmla="*/ 190500 w 338138"/>
                  <a:gd name="connsiteY30" fmla="*/ 243443 h 338138"/>
                  <a:gd name="connsiteX31" fmla="*/ 179784 w 338138"/>
                  <a:gd name="connsiteY31" fmla="*/ 254000 h 338138"/>
                  <a:gd name="connsiteX32" fmla="*/ 158353 w 338138"/>
                  <a:gd name="connsiteY32" fmla="*/ 254000 h 338138"/>
                  <a:gd name="connsiteX33" fmla="*/ 147637 w 338138"/>
                  <a:gd name="connsiteY33" fmla="*/ 243443 h 338138"/>
                  <a:gd name="connsiteX34" fmla="*/ 147637 w 338138"/>
                  <a:gd name="connsiteY34" fmla="*/ 53419 h 338138"/>
                  <a:gd name="connsiteX35" fmla="*/ 158353 w 338138"/>
                  <a:gd name="connsiteY35" fmla="*/ 42862 h 338138"/>
                  <a:gd name="connsiteX36" fmla="*/ 0 w 338138"/>
                  <a:gd name="connsiteY36" fmla="*/ 0 h 338138"/>
                  <a:gd name="connsiteX37" fmla="*/ 42267 w 338138"/>
                  <a:gd name="connsiteY37" fmla="*/ 0 h 338138"/>
                  <a:gd name="connsiteX38" fmla="*/ 42267 w 338138"/>
                  <a:gd name="connsiteY38" fmla="*/ 295871 h 338138"/>
                  <a:gd name="connsiteX39" fmla="*/ 338138 w 338138"/>
                  <a:gd name="connsiteY39" fmla="*/ 295871 h 338138"/>
                  <a:gd name="connsiteX40" fmla="*/ 338138 w 338138"/>
                  <a:gd name="connsiteY40" fmla="*/ 338138 h 338138"/>
                  <a:gd name="connsiteX41" fmla="*/ 21133 w 338138"/>
                  <a:gd name="connsiteY41" fmla="*/ 338138 h 338138"/>
                  <a:gd name="connsiteX42" fmla="*/ 0 w 338138"/>
                  <a:gd name="connsiteY42" fmla="*/ 317005 h 338138"/>
                  <a:gd name="connsiteX43" fmla="*/ 0 w 338138"/>
                  <a:gd name="connsiteY43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338138" h="338138">
                    <a:moveTo>
                      <a:pt x="221853" y="169862"/>
                    </a:moveTo>
                    <a:cubicBezTo>
                      <a:pt x="221853" y="169862"/>
                      <a:pt x="221853" y="169862"/>
                      <a:pt x="243284" y="169862"/>
                    </a:cubicBezTo>
                    <a:cubicBezTo>
                      <a:pt x="248642" y="169862"/>
                      <a:pt x="254000" y="175121"/>
                      <a:pt x="254000" y="180379"/>
                    </a:cubicBezTo>
                    <a:cubicBezTo>
                      <a:pt x="254000" y="180379"/>
                      <a:pt x="254000" y="180379"/>
                      <a:pt x="254000" y="243483"/>
                    </a:cubicBezTo>
                    <a:cubicBezTo>
                      <a:pt x="254000" y="248742"/>
                      <a:pt x="248642" y="254000"/>
                      <a:pt x="243284" y="254000"/>
                    </a:cubicBezTo>
                    <a:cubicBezTo>
                      <a:pt x="243284" y="254000"/>
                      <a:pt x="243284" y="254000"/>
                      <a:pt x="221853" y="254000"/>
                    </a:cubicBezTo>
                    <a:cubicBezTo>
                      <a:pt x="216495" y="254000"/>
                      <a:pt x="211137" y="248742"/>
                      <a:pt x="211137" y="243483"/>
                    </a:cubicBezTo>
                    <a:cubicBezTo>
                      <a:pt x="211137" y="243483"/>
                      <a:pt x="211137" y="243483"/>
                      <a:pt x="211137" y="180379"/>
                    </a:cubicBezTo>
                    <a:cubicBezTo>
                      <a:pt x="211137" y="175121"/>
                      <a:pt x="216495" y="169862"/>
                      <a:pt x="221853" y="169862"/>
                    </a:cubicBezTo>
                    <a:close/>
                    <a:moveTo>
                      <a:pt x="94853" y="127000"/>
                    </a:moveTo>
                    <a:cubicBezTo>
                      <a:pt x="94853" y="127000"/>
                      <a:pt x="94853" y="127000"/>
                      <a:pt x="116284" y="127000"/>
                    </a:cubicBezTo>
                    <a:cubicBezTo>
                      <a:pt x="121642" y="127000"/>
                      <a:pt x="127000" y="132292"/>
                      <a:pt x="127000" y="137583"/>
                    </a:cubicBezTo>
                    <a:cubicBezTo>
                      <a:pt x="127000" y="137583"/>
                      <a:pt x="127000" y="137583"/>
                      <a:pt x="127000" y="243417"/>
                    </a:cubicBezTo>
                    <a:cubicBezTo>
                      <a:pt x="127000" y="248708"/>
                      <a:pt x="121642" y="254000"/>
                      <a:pt x="116284" y="254000"/>
                    </a:cubicBezTo>
                    <a:cubicBezTo>
                      <a:pt x="116284" y="254000"/>
                      <a:pt x="116284" y="254000"/>
                      <a:pt x="94853" y="254000"/>
                    </a:cubicBezTo>
                    <a:cubicBezTo>
                      <a:pt x="89495" y="254000"/>
                      <a:pt x="84137" y="248708"/>
                      <a:pt x="84137" y="243417"/>
                    </a:cubicBezTo>
                    <a:cubicBezTo>
                      <a:pt x="84137" y="243417"/>
                      <a:pt x="84137" y="243417"/>
                      <a:pt x="84137" y="137583"/>
                    </a:cubicBezTo>
                    <a:cubicBezTo>
                      <a:pt x="84137" y="132292"/>
                      <a:pt x="89495" y="127000"/>
                      <a:pt x="94853" y="127000"/>
                    </a:cubicBezTo>
                    <a:close/>
                    <a:moveTo>
                      <a:pt x="285353" y="85725"/>
                    </a:moveTo>
                    <a:cubicBezTo>
                      <a:pt x="285353" y="85725"/>
                      <a:pt x="285353" y="85725"/>
                      <a:pt x="306784" y="85725"/>
                    </a:cubicBezTo>
                    <a:cubicBezTo>
                      <a:pt x="312142" y="85725"/>
                      <a:pt x="317500" y="90984"/>
                      <a:pt x="317500" y="96242"/>
                    </a:cubicBezTo>
                    <a:cubicBezTo>
                      <a:pt x="317500" y="96242"/>
                      <a:pt x="317500" y="96242"/>
                      <a:pt x="317500" y="243483"/>
                    </a:cubicBezTo>
                    <a:cubicBezTo>
                      <a:pt x="317500" y="248742"/>
                      <a:pt x="312142" y="254000"/>
                      <a:pt x="306784" y="254000"/>
                    </a:cubicBezTo>
                    <a:cubicBezTo>
                      <a:pt x="306784" y="254000"/>
                      <a:pt x="306784" y="254000"/>
                      <a:pt x="285353" y="254000"/>
                    </a:cubicBezTo>
                    <a:cubicBezTo>
                      <a:pt x="279995" y="254000"/>
                      <a:pt x="274637" y="248742"/>
                      <a:pt x="274637" y="243483"/>
                    </a:cubicBezTo>
                    <a:cubicBezTo>
                      <a:pt x="274637" y="243483"/>
                      <a:pt x="274637" y="243483"/>
                      <a:pt x="274637" y="96242"/>
                    </a:cubicBezTo>
                    <a:cubicBezTo>
                      <a:pt x="274637" y="90984"/>
                      <a:pt x="279995" y="85725"/>
                      <a:pt x="285353" y="85725"/>
                    </a:cubicBezTo>
                    <a:close/>
                    <a:moveTo>
                      <a:pt x="158353" y="42862"/>
                    </a:moveTo>
                    <a:cubicBezTo>
                      <a:pt x="158353" y="42862"/>
                      <a:pt x="158353" y="42862"/>
                      <a:pt x="179784" y="42862"/>
                    </a:cubicBezTo>
                    <a:cubicBezTo>
                      <a:pt x="185142" y="42862"/>
                      <a:pt x="190500" y="48140"/>
                      <a:pt x="190500" y="53419"/>
                    </a:cubicBezTo>
                    <a:cubicBezTo>
                      <a:pt x="190500" y="53419"/>
                      <a:pt x="190500" y="53419"/>
                      <a:pt x="190500" y="243443"/>
                    </a:cubicBezTo>
                    <a:cubicBezTo>
                      <a:pt x="190500" y="248722"/>
                      <a:pt x="185142" y="254000"/>
                      <a:pt x="179784" y="254000"/>
                    </a:cubicBezTo>
                    <a:cubicBezTo>
                      <a:pt x="179784" y="254000"/>
                      <a:pt x="179784" y="254000"/>
                      <a:pt x="158353" y="254000"/>
                    </a:cubicBezTo>
                    <a:cubicBezTo>
                      <a:pt x="152995" y="254000"/>
                      <a:pt x="147637" y="248722"/>
                      <a:pt x="147637" y="243443"/>
                    </a:cubicBezTo>
                    <a:cubicBezTo>
                      <a:pt x="147637" y="243443"/>
                      <a:pt x="147637" y="243443"/>
                      <a:pt x="147637" y="53419"/>
                    </a:cubicBezTo>
                    <a:cubicBezTo>
                      <a:pt x="147637" y="48140"/>
                      <a:pt x="152995" y="42862"/>
                      <a:pt x="158353" y="42862"/>
                    </a:cubicBezTo>
                    <a:close/>
                    <a:moveTo>
                      <a:pt x="0" y="0"/>
                    </a:moveTo>
                    <a:cubicBezTo>
                      <a:pt x="0" y="0"/>
                      <a:pt x="0" y="0"/>
                      <a:pt x="42267" y="0"/>
                    </a:cubicBezTo>
                    <a:cubicBezTo>
                      <a:pt x="42267" y="0"/>
                      <a:pt x="42267" y="0"/>
                      <a:pt x="42267" y="295871"/>
                    </a:cubicBezTo>
                    <a:lnTo>
                      <a:pt x="338138" y="295871"/>
                    </a:lnTo>
                    <a:cubicBezTo>
                      <a:pt x="338138" y="295871"/>
                      <a:pt x="338138" y="295871"/>
                      <a:pt x="338138" y="338138"/>
                    </a:cubicBezTo>
                    <a:cubicBezTo>
                      <a:pt x="338138" y="338138"/>
                      <a:pt x="338138" y="338138"/>
                      <a:pt x="21133" y="338138"/>
                    </a:cubicBezTo>
                    <a:cubicBezTo>
                      <a:pt x="9246" y="338138"/>
                      <a:pt x="0" y="328892"/>
                      <a:pt x="0" y="317005"/>
                    </a:cubicBezTo>
                    <a:cubicBezTo>
                      <a:pt x="0" y="317005"/>
                      <a:pt x="0" y="317005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4963683" y="2071616"/>
                <a:ext cx="489858" cy="48985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>
                  <a:sym typeface="+mn-ea"/>
                </a:endParaRPr>
              </a:p>
            </p:txBody>
          </p:sp>
          <p:sp>
            <p:nvSpPr>
              <p:cNvPr id="12" name="任意多边形: 形状 157"/>
              <p:cNvSpPr/>
              <p:nvPr/>
            </p:nvSpPr>
            <p:spPr bwMode="auto">
              <a:xfrm>
                <a:off x="5118625" y="2226858"/>
                <a:ext cx="179973" cy="171639"/>
              </a:xfrm>
              <a:custGeom>
                <a:avLst/>
                <a:gdLst>
                  <a:gd name="connsiteX0" fmla="*/ 315778 w 607639"/>
                  <a:gd name="connsiteY0" fmla="*/ 173080 h 579502"/>
                  <a:gd name="connsiteX1" fmla="*/ 315778 w 607639"/>
                  <a:gd name="connsiteY1" fmla="*/ 266058 h 579502"/>
                  <a:gd name="connsiteX2" fmla="*/ 303493 w 607639"/>
                  <a:gd name="connsiteY2" fmla="*/ 278325 h 579502"/>
                  <a:gd name="connsiteX3" fmla="*/ 210375 w 607639"/>
                  <a:gd name="connsiteY3" fmla="*/ 278325 h 579502"/>
                  <a:gd name="connsiteX4" fmla="*/ 303493 w 607639"/>
                  <a:gd name="connsiteY4" fmla="*/ 359925 h 579502"/>
                  <a:gd name="connsiteX5" fmla="*/ 397500 w 607639"/>
                  <a:gd name="connsiteY5" fmla="*/ 266058 h 579502"/>
                  <a:gd name="connsiteX6" fmla="*/ 315778 w 607639"/>
                  <a:gd name="connsiteY6" fmla="*/ 173080 h 579502"/>
                  <a:gd name="connsiteX7" fmla="*/ 249814 w 607639"/>
                  <a:gd name="connsiteY7" fmla="*/ 160816 h 579502"/>
                  <a:gd name="connsiteX8" fmla="*/ 198110 w 607639"/>
                  <a:gd name="connsiteY8" fmla="*/ 212449 h 579502"/>
                  <a:gd name="connsiteX9" fmla="*/ 249814 w 607639"/>
                  <a:gd name="connsiteY9" fmla="*/ 212449 h 579502"/>
                  <a:gd name="connsiteX10" fmla="*/ 303493 w 607639"/>
                  <a:gd name="connsiteY10" fmla="*/ 147835 h 579502"/>
                  <a:gd name="connsiteX11" fmla="*/ 421981 w 607639"/>
                  <a:gd name="connsiteY11" fmla="*/ 266058 h 579502"/>
                  <a:gd name="connsiteX12" fmla="*/ 303493 w 607639"/>
                  <a:gd name="connsiteY12" fmla="*/ 384370 h 579502"/>
                  <a:gd name="connsiteX13" fmla="*/ 185093 w 607639"/>
                  <a:gd name="connsiteY13" fmla="*/ 266058 h 579502"/>
                  <a:gd name="connsiteX14" fmla="*/ 197289 w 607639"/>
                  <a:gd name="connsiteY14" fmla="*/ 253880 h 579502"/>
                  <a:gd name="connsiteX15" fmla="*/ 291297 w 607639"/>
                  <a:gd name="connsiteY15" fmla="*/ 253880 h 579502"/>
                  <a:gd name="connsiteX16" fmla="*/ 291297 w 607639"/>
                  <a:gd name="connsiteY16" fmla="*/ 160013 h 579502"/>
                  <a:gd name="connsiteX17" fmla="*/ 303493 w 607639"/>
                  <a:gd name="connsiteY17" fmla="*/ 147835 h 579502"/>
                  <a:gd name="connsiteX18" fmla="*/ 262095 w 607639"/>
                  <a:gd name="connsiteY18" fmla="*/ 135133 h 579502"/>
                  <a:gd name="connsiteX19" fmla="*/ 274287 w 607639"/>
                  <a:gd name="connsiteY19" fmla="*/ 147397 h 579502"/>
                  <a:gd name="connsiteX20" fmla="*/ 274287 w 607639"/>
                  <a:gd name="connsiteY20" fmla="*/ 224713 h 579502"/>
                  <a:gd name="connsiteX21" fmla="*/ 262095 w 607639"/>
                  <a:gd name="connsiteY21" fmla="*/ 236888 h 579502"/>
                  <a:gd name="connsiteX22" fmla="*/ 184672 w 607639"/>
                  <a:gd name="connsiteY22" fmla="*/ 236888 h 579502"/>
                  <a:gd name="connsiteX23" fmla="*/ 172391 w 607639"/>
                  <a:gd name="connsiteY23" fmla="*/ 224713 h 579502"/>
                  <a:gd name="connsiteX24" fmla="*/ 262095 w 607639"/>
                  <a:gd name="connsiteY24" fmla="*/ 135133 h 579502"/>
                  <a:gd name="connsiteX25" fmla="*/ 58120 w 607639"/>
                  <a:gd name="connsiteY25" fmla="*/ 108514 h 579502"/>
                  <a:gd name="connsiteX26" fmla="*/ 58120 w 607639"/>
                  <a:gd name="connsiteY26" fmla="*/ 413970 h 579502"/>
                  <a:gd name="connsiteX27" fmla="*/ 549430 w 607639"/>
                  <a:gd name="connsiteY27" fmla="*/ 413970 h 579502"/>
                  <a:gd name="connsiteX28" fmla="*/ 549430 w 607639"/>
                  <a:gd name="connsiteY28" fmla="*/ 108514 h 579502"/>
                  <a:gd name="connsiteX29" fmla="*/ 27236 w 607639"/>
                  <a:gd name="connsiteY29" fmla="*/ 56079 h 579502"/>
                  <a:gd name="connsiteX30" fmla="*/ 27236 w 607639"/>
                  <a:gd name="connsiteY30" fmla="*/ 81319 h 579502"/>
                  <a:gd name="connsiteX31" fmla="*/ 580403 w 607639"/>
                  <a:gd name="connsiteY31" fmla="*/ 81319 h 579502"/>
                  <a:gd name="connsiteX32" fmla="*/ 580403 w 607639"/>
                  <a:gd name="connsiteY32" fmla="*/ 56079 h 579502"/>
                  <a:gd name="connsiteX33" fmla="*/ 303775 w 607639"/>
                  <a:gd name="connsiteY33" fmla="*/ 0 h 579502"/>
                  <a:gd name="connsiteX34" fmla="*/ 317393 w 607639"/>
                  <a:gd name="connsiteY34" fmla="*/ 13597 h 579502"/>
                  <a:gd name="connsiteX35" fmla="*/ 317393 w 607639"/>
                  <a:gd name="connsiteY35" fmla="*/ 28884 h 579502"/>
                  <a:gd name="connsiteX36" fmla="*/ 580403 w 607639"/>
                  <a:gd name="connsiteY36" fmla="*/ 28884 h 579502"/>
                  <a:gd name="connsiteX37" fmla="*/ 607639 w 607639"/>
                  <a:gd name="connsiteY37" fmla="*/ 56079 h 579502"/>
                  <a:gd name="connsiteX38" fmla="*/ 607639 w 607639"/>
                  <a:gd name="connsiteY38" fmla="*/ 81319 h 579502"/>
                  <a:gd name="connsiteX39" fmla="*/ 580403 w 607639"/>
                  <a:gd name="connsiteY39" fmla="*/ 108514 h 579502"/>
                  <a:gd name="connsiteX40" fmla="*/ 576665 w 607639"/>
                  <a:gd name="connsiteY40" fmla="*/ 108514 h 579502"/>
                  <a:gd name="connsiteX41" fmla="*/ 576665 w 607639"/>
                  <a:gd name="connsiteY41" fmla="*/ 413970 h 579502"/>
                  <a:gd name="connsiteX42" fmla="*/ 549430 w 607639"/>
                  <a:gd name="connsiteY42" fmla="*/ 441165 h 579502"/>
                  <a:gd name="connsiteX43" fmla="*/ 317393 w 607639"/>
                  <a:gd name="connsiteY43" fmla="*/ 441165 h 579502"/>
                  <a:gd name="connsiteX44" fmla="*/ 317393 w 607639"/>
                  <a:gd name="connsiteY44" fmla="*/ 481069 h 579502"/>
                  <a:gd name="connsiteX45" fmla="*/ 418236 w 607639"/>
                  <a:gd name="connsiteY45" fmla="*/ 554923 h 579502"/>
                  <a:gd name="connsiteX46" fmla="*/ 421173 w 607639"/>
                  <a:gd name="connsiteY46" fmla="*/ 573942 h 579502"/>
                  <a:gd name="connsiteX47" fmla="*/ 410225 w 607639"/>
                  <a:gd name="connsiteY47" fmla="*/ 579452 h 579502"/>
                  <a:gd name="connsiteX48" fmla="*/ 402215 w 607639"/>
                  <a:gd name="connsiteY48" fmla="*/ 576874 h 579502"/>
                  <a:gd name="connsiteX49" fmla="*/ 317393 w 607639"/>
                  <a:gd name="connsiteY49" fmla="*/ 514752 h 579502"/>
                  <a:gd name="connsiteX50" fmla="*/ 317393 w 607639"/>
                  <a:gd name="connsiteY50" fmla="*/ 565854 h 579502"/>
                  <a:gd name="connsiteX51" fmla="*/ 303775 w 607639"/>
                  <a:gd name="connsiteY51" fmla="*/ 579452 h 579502"/>
                  <a:gd name="connsiteX52" fmla="*/ 290157 w 607639"/>
                  <a:gd name="connsiteY52" fmla="*/ 565854 h 579502"/>
                  <a:gd name="connsiteX53" fmla="*/ 290157 w 607639"/>
                  <a:gd name="connsiteY53" fmla="*/ 514752 h 579502"/>
                  <a:gd name="connsiteX54" fmla="*/ 205424 w 607639"/>
                  <a:gd name="connsiteY54" fmla="*/ 576874 h 579502"/>
                  <a:gd name="connsiteX55" fmla="*/ 186377 w 607639"/>
                  <a:gd name="connsiteY55" fmla="*/ 573942 h 579502"/>
                  <a:gd name="connsiteX56" fmla="*/ 189314 w 607639"/>
                  <a:gd name="connsiteY56" fmla="*/ 554923 h 579502"/>
                  <a:gd name="connsiteX57" fmla="*/ 290157 w 607639"/>
                  <a:gd name="connsiteY57" fmla="*/ 481069 h 579502"/>
                  <a:gd name="connsiteX58" fmla="*/ 290157 w 607639"/>
                  <a:gd name="connsiteY58" fmla="*/ 441165 h 579502"/>
                  <a:gd name="connsiteX59" fmla="*/ 58120 w 607639"/>
                  <a:gd name="connsiteY59" fmla="*/ 441165 h 579502"/>
                  <a:gd name="connsiteX60" fmla="*/ 30885 w 607639"/>
                  <a:gd name="connsiteY60" fmla="*/ 413970 h 579502"/>
                  <a:gd name="connsiteX61" fmla="*/ 30885 w 607639"/>
                  <a:gd name="connsiteY61" fmla="*/ 108514 h 579502"/>
                  <a:gd name="connsiteX62" fmla="*/ 27236 w 607639"/>
                  <a:gd name="connsiteY62" fmla="*/ 108514 h 579502"/>
                  <a:gd name="connsiteX63" fmla="*/ 0 w 607639"/>
                  <a:gd name="connsiteY63" fmla="*/ 81319 h 579502"/>
                  <a:gd name="connsiteX64" fmla="*/ 0 w 607639"/>
                  <a:gd name="connsiteY64" fmla="*/ 56079 h 579502"/>
                  <a:gd name="connsiteX65" fmla="*/ 27236 w 607639"/>
                  <a:gd name="connsiteY65" fmla="*/ 28884 h 579502"/>
                  <a:gd name="connsiteX66" fmla="*/ 290157 w 607639"/>
                  <a:gd name="connsiteY66" fmla="*/ 28884 h 579502"/>
                  <a:gd name="connsiteX67" fmla="*/ 290157 w 607639"/>
                  <a:gd name="connsiteY67" fmla="*/ 13597 h 579502"/>
                  <a:gd name="connsiteX68" fmla="*/ 303775 w 607639"/>
                  <a:gd name="connsiteY68" fmla="*/ 0 h 579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</a:cxnLst>
                <a:rect l="l" t="t" r="r" b="b"/>
                <a:pathLst>
                  <a:path w="607639" h="579502">
                    <a:moveTo>
                      <a:pt x="315778" y="173080"/>
                    </a:moveTo>
                    <a:lnTo>
                      <a:pt x="315778" y="266058"/>
                    </a:lnTo>
                    <a:cubicBezTo>
                      <a:pt x="315778" y="272814"/>
                      <a:pt x="310258" y="278325"/>
                      <a:pt x="303493" y="278325"/>
                    </a:cubicBezTo>
                    <a:lnTo>
                      <a:pt x="210375" y="278325"/>
                    </a:lnTo>
                    <a:cubicBezTo>
                      <a:pt x="216429" y="324281"/>
                      <a:pt x="255866" y="359925"/>
                      <a:pt x="303493" y="359925"/>
                    </a:cubicBezTo>
                    <a:cubicBezTo>
                      <a:pt x="355303" y="359925"/>
                      <a:pt x="397500" y="317792"/>
                      <a:pt x="397500" y="266058"/>
                    </a:cubicBezTo>
                    <a:cubicBezTo>
                      <a:pt x="397500" y="218502"/>
                      <a:pt x="361802" y="179124"/>
                      <a:pt x="315778" y="173080"/>
                    </a:cubicBezTo>
                    <a:close/>
                    <a:moveTo>
                      <a:pt x="249814" y="160816"/>
                    </a:moveTo>
                    <a:cubicBezTo>
                      <a:pt x="223740" y="165793"/>
                      <a:pt x="203093" y="186410"/>
                      <a:pt x="198110" y="212449"/>
                    </a:cubicBezTo>
                    <a:lnTo>
                      <a:pt x="249814" y="212449"/>
                    </a:lnTo>
                    <a:close/>
                    <a:moveTo>
                      <a:pt x="303493" y="147835"/>
                    </a:moveTo>
                    <a:cubicBezTo>
                      <a:pt x="368835" y="147835"/>
                      <a:pt x="421981" y="200902"/>
                      <a:pt x="421981" y="266058"/>
                    </a:cubicBezTo>
                    <a:cubicBezTo>
                      <a:pt x="421981" y="331303"/>
                      <a:pt x="368835" y="384370"/>
                      <a:pt x="303493" y="384370"/>
                    </a:cubicBezTo>
                    <a:cubicBezTo>
                      <a:pt x="238239" y="384370"/>
                      <a:pt x="185093" y="331303"/>
                      <a:pt x="185093" y="266058"/>
                    </a:cubicBezTo>
                    <a:cubicBezTo>
                      <a:pt x="185093" y="259303"/>
                      <a:pt x="190523" y="253880"/>
                      <a:pt x="197289" y="253880"/>
                    </a:cubicBezTo>
                    <a:lnTo>
                      <a:pt x="291297" y="253880"/>
                    </a:lnTo>
                    <a:lnTo>
                      <a:pt x="291297" y="160013"/>
                    </a:lnTo>
                    <a:cubicBezTo>
                      <a:pt x="291297" y="153257"/>
                      <a:pt x="296727" y="147835"/>
                      <a:pt x="303493" y="147835"/>
                    </a:cubicBezTo>
                    <a:close/>
                    <a:moveTo>
                      <a:pt x="262095" y="135133"/>
                    </a:moveTo>
                    <a:cubicBezTo>
                      <a:pt x="268859" y="135133"/>
                      <a:pt x="274287" y="140643"/>
                      <a:pt x="274287" y="147397"/>
                    </a:cubicBezTo>
                    <a:lnTo>
                      <a:pt x="274287" y="224713"/>
                    </a:lnTo>
                    <a:cubicBezTo>
                      <a:pt x="274287" y="231467"/>
                      <a:pt x="268859" y="236888"/>
                      <a:pt x="262095" y="236888"/>
                    </a:cubicBezTo>
                    <a:lnTo>
                      <a:pt x="184672" y="236888"/>
                    </a:lnTo>
                    <a:cubicBezTo>
                      <a:pt x="177909" y="236888"/>
                      <a:pt x="172391" y="231467"/>
                      <a:pt x="172391" y="224713"/>
                    </a:cubicBezTo>
                    <a:cubicBezTo>
                      <a:pt x="172391" y="175302"/>
                      <a:pt x="212616" y="135133"/>
                      <a:pt x="262095" y="135133"/>
                    </a:cubicBezTo>
                    <a:close/>
                    <a:moveTo>
                      <a:pt x="58120" y="108514"/>
                    </a:moveTo>
                    <a:lnTo>
                      <a:pt x="58120" y="413970"/>
                    </a:lnTo>
                    <a:lnTo>
                      <a:pt x="549430" y="413970"/>
                    </a:lnTo>
                    <a:lnTo>
                      <a:pt x="549430" y="108514"/>
                    </a:lnTo>
                    <a:close/>
                    <a:moveTo>
                      <a:pt x="27236" y="56079"/>
                    </a:moveTo>
                    <a:lnTo>
                      <a:pt x="27236" y="81319"/>
                    </a:lnTo>
                    <a:lnTo>
                      <a:pt x="580403" y="81319"/>
                    </a:lnTo>
                    <a:lnTo>
                      <a:pt x="580403" y="56079"/>
                    </a:lnTo>
                    <a:close/>
                    <a:moveTo>
                      <a:pt x="303775" y="0"/>
                    </a:moveTo>
                    <a:cubicBezTo>
                      <a:pt x="311341" y="0"/>
                      <a:pt x="317393" y="6132"/>
                      <a:pt x="317393" y="13597"/>
                    </a:cubicBezTo>
                    <a:lnTo>
                      <a:pt x="317393" y="28884"/>
                    </a:lnTo>
                    <a:lnTo>
                      <a:pt x="580403" y="28884"/>
                    </a:lnTo>
                    <a:cubicBezTo>
                      <a:pt x="595356" y="28884"/>
                      <a:pt x="607639" y="41148"/>
                      <a:pt x="607639" y="56079"/>
                    </a:cubicBezTo>
                    <a:lnTo>
                      <a:pt x="607639" y="81319"/>
                    </a:lnTo>
                    <a:cubicBezTo>
                      <a:pt x="607639" y="96338"/>
                      <a:pt x="595356" y="108514"/>
                      <a:pt x="580403" y="108514"/>
                    </a:cubicBezTo>
                    <a:lnTo>
                      <a:pt x="576665" y="108514"/>
                    </a:lnTo>
                    <a:lnTo>
                      <a:pt x="576665" y="413970"/>
                    </a:lnTo>
                    <a:cubicBezTo>
                      <a:pt x="576665" y="428990"/>
                      <a:pt x="564472" y="441165"/>
                      <a:pt x="549430" y="441165"/>
                    </a:cubicBezTo>
                    <a:lnTo>
                      <a:pt x="317393" y="441165"/>
                    </a:lnTo>
                    <a:lnTo>
                      <a:pt x="317393" y="481069"/>
                    </a:lnTo>
                    <a:lnTo>
                      <a:pt x="418236" y="554923"/>
                    </a:lnTo>
                    <a:cubicBezTo>
                      <a:pt x="424377" y="559366"/>
                      <a:pt x="425623" y="567898"/>
                      <a:pt x="421173" y="573942"/>
                    </a:cubicBezTo>
                    <a:cubicBezTo>
                      <a:pt x="418503" y="577585"/>
                      <a:pt x="414409" y="579452"/>
                      <a:pt x="410225" y="579452"/>
                    </a:cubicBezTo>
                    <a:cubicBezTo>
                      <a:pt x="407466" y="579452"/>
                      <a:pt x="404618" y="578652"/>
                      <a:pt x="402215" y="576874"/>
                    </a:cubicBezTo>
                    <a:lnTo>
                      <a:pt x="317393" y="514752"/>
                    </a:lnTo>
                    <a:lnTo>
                      <a:pt x="317393" y="565854"/>
                    </a:lnTo>
                    <a:cubicBezTo>
                      <a:pt x="317393" y="573408"/>
                      <a:pt x="311341" y="579452"/>
                      <a:pt x="303775" y="579452"/>
                    </a:cubicBezTo>
                    <a:cubicBezTo>
                      <a:pt x="296299" y="579452"/>
                      <a:pt x="290157" y="573408"/>
                      <a:pt x="290157" y="565854"/>
                    </a:cubicBezTo>
                    <a:lnTo>
                      <a:pt x="290157" y="514752"/>
                    </a:lnTo>
                    <a:lnTo>
                      <a:pt x="205424" y="576874"/>
                    </a:lnTo>
                    <a:cubicBezTo>
                      <a:pt x="199372" y="581318"/>
                      <a:pt x="190827" y="579985"/>
                      <a:pt x="186377" y="573942"/>
                    </a:cubicBezTo>
                    <a:cubicBezTo>
                      <a:pt x="181927" y="567898"/>
                      <a:pt x="183262" y="559366"/>
                      <a:pt x="189314" y="554923"/>
                    </a:cubicBezTo>
                    <a:lnTo>
                      <a:pt x="290157" y="481069"/>
                    </a:lnTo>
                    <a:lnTo>
                      <a:pt x="290157" y="441165"/>
                    </a:lnTo>
                    <a:lnTo>
                      <a:pt x="58120" y="441165"/>
                    </a:lnTo>
                    <a:cubicBezTo>
                      <a:pt x="43167" y="441165"/>
                      <a:pt x="30885" y="428990"/>
                      <a:pt x="30885" y="413970"/>
                    </a:cubicBezTo>
                    <a:lnTo>
                      <a:pt x="30885" y="108514"/>
                    </a:lnTo>
                    <a:lnTo>
                      <a:pt x="27236" y="108514"/>
                    </a:lnTo>
                    <a:cubicBezTo>
                      <a:pt x="12194" y="108514"/>
                      <a:pt x="0" y="96338"/>
                      <a:pt x="0" y="81319"/>
                    </a:cubicBezTo>
                    <a:lnTo>
                      <a:pt x="0" y="56079"/>
                    </a:lnTo>
                    <a:cubicBezTo>
                      <a:pt x="0" y="41148"/>
                      <a:pt x="12194" y="28884"/>
                      <a:pt x="27236" y="28884"/>
                    </a:cubicBezTo>
                    <a:lnTo>
                      <a:pt x="290157" y="28884"/>
                    </a:lnTo>
                    <a:lnTo>
                      <a:pt x="290157" y="13597"/>
                    </a:lnTo>
                    <a:cubicBezTo>
                      <a:pt x="290157" y="6132"/>
                      <a:pt x="296299" y="0"/>
                      <a:pt x="3037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3" name="椭圆 12"/>
              <p:cNvSpPr/>
              <p:nvPr/>
            </p:nvSpPr>
            <p:spPr>
              <a:xfrm>
                <a:off x="7793378" y="2071616"/>
                <a:ext cx="489858" cy="48985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>
                  <a:sym typeface="+mn-ea"/>
                </a:endParaRPr>
              </a:p>
            </p:txBody>
          </p:sp>
          <p:sp>
            <p:nvSpPr>
              <p:cNvPr id="14" name="任意多边形: 形状 158"/>
              <p:cNvSpPr/>
              <p:nvPr/>
            </p:nvSpPr>
            <p:spPr bwMode="auto">
              <a:xfrm>
                <a:off x="7951912" y="2222691"/>
                <a:ext cx="172789" cy="179973"/>
              </a:xfrm>
              <a:custGeom>
                <a:avLst/>
                <a:gdLst>
                  <a:gd name="connsiteX0" fmla="*/ 582177 w 584267"/>
                  <a:gd name="connsiteY0" fmla="*/ 293917 h 608556"/>
                  <a:gd name="connsiteX1" fmla="*/ 583869 w 584267"/>
                  <a:gd name="connsiteY1" fmla="*/ 302971 h 608556"/>
                  <a:gd name="connsiteX2" fmla="*/ 279094 w 584267"/>
                  <a:gd name="connsiteY2" fmla="*/ 594692 h 608556"/>
                  <a:gd name="connsiteX3" fmla="*/ 274201 w 584267"/>
                  <a:gd name="connsiteY3" fmla="*/ 594173 h 608556"/>
                  <a:gd name="connsiteX4" fmla="*/ 481444 w 584267"/>
                  <a:gd name="connsiteY4" fmla="*/ 395362 h 608556"/>
                  <a:gd name="connsiteX5" fmla="*/ 482901 w 584267"/>
                  <a:gd name="connsiteY5" fmla="*/ 382579 h 608556"/>
                  <a:gd name="connsiteX6" fmla="*/ 473950 w 584267"/>
                  <a:gd name="connsiteY6" fmla="*/ 392556 h 608556"/>
                  <a:gd name="connsiteX7" fmla="*/ 261711 w 584267"/>
                  <a:gd name="connsiteY7" fmla="*/ 583988 h 608556"/>
                  <a:gd name="connsiteX8" fmla="*/ 259837 w 584267"/>
                  <a:gd name="connsiteY8" fmla="*/ 575778 h 608556"/>
                  <a:gd name="connsiteX9" fmla="*/ 259837 w 584267"/>
                  <a:gd name="connsiteY9" fmla="*/ 464577 h 608556"/>
                  <a:gd name="connsiteX10" fmla="*/ 267019 w 584267"/>
                  <a:gd name="connsiteY10" fmla="*/ 427579 h 608556"/>
                  <a:gd name="connsiteX11" fmla="*/ 360492 w 584267"/>
                  <a:gd name="connsiteY11" fmla="*/ 347971 h 608556"/>
                  <a:gd name="connsiteX12" fmla="*/ 572210 w 584267"/>
                  <a:gd name="connsiteY12" fmla="*/ 296632 h 608556"/>
                  <a:gd name="connsiteX13" fmla="*/ 582177 w 584267"/>
                  <a:gd name="connsiteY13" fmla="*/ 293917 h 608556"/>
                  <a:gd name="connsiteX14" fmla="*/ 274656 w 584267"/>
                  <a:gd name="connsiteY14" fmla="*/ 289106 h 608556"/>
                  <a:gd name="connsiteX15" fmla="*/ 323064 w 584267"/>
                  <a:gd name="connsiteY15" fmla="*/ 289106 h 608556"/>
                  <a:gd name="connsiteX16" fmla="*/ 323064 w 584267"/>
                  <a:gd name="connsiteY16" fmla="*/ 331845 h 608556"/>
                  <a:gd name="connsiteX17" fmla="*/ 274656 w 584267"/>
                  <a:gd name="connsiteY17" fmla="*/ 367928 h 608556"/>
                  <a:gd name="connsiteX18" fmla="*/ 207690 w 584267"/>
                  <a:gd name="connsiteY18" fmla="*/ 289106 h 608556"/>
                  <a:gd name="connsiteX19" fmla="*/ 256098 w 584267"/>
                  <a:gd name="connsiteY19" fmla="*/ 289106 h 608556"/>
                  <a:gd name="connsiteX20" fmla="*/ 256098 w 584267"/>
                  <a:gd name="connsiteY20" fmla="*/ 390148 h 608556"/>
                  <a:gd name="connsiteX21" fmla="*/ 251413 w 584267"/>
                  <a:gd name="connsiteY21" fmla="*/ 397424 h 608556"/>
                  <a:gd name="connsiteX22" fmla="*/ 244230 w 584267"/>
                  <a:gd name="connsiteY22" fmla="*/ 397424 h 608556"/>
                  <a:gd name="connsiteX23" fmla="*/ 207690 w 584267"/>
                  <a:gd name="connsiteY23" fmla="*/ 354388 h 608556"/>
                  <a:gd name="connsiteX24" fmla="*/ 32007 w 584267"/>
                  <a:gd name="connsiteY24" fmla="*/ 259919 h 608556"/>
                  <a:gd name="connsiteX25" fmla="*/ 41076 w 584267"/>
                  <a:gd name="connsiteY25" fmla="*/ 266907 h 608556"/>
                  <a:gd name="connsiteX26" fmla="*/ 137781 w 584267"/>
                  <a:gd name="connsiteY26" fmla="*/ 344838 h 608556"/>
                  <a:gd name="connsiteX27" fmla="*/ 240315 w 584267"/>
                  <a:gd name="connsiteY27" fmla="*/ 447188 h 608556"/>
                  <a:gd name="connsiteX28" fmla="*/ 245936 w 584267"/>
                  <a:gd name="connsiteY28" fmla="*/ 484802 h 608556"/>
                  <a:gd name="connsiteX29" fmla="*/ 245936 w 584267"/>
                  <a:gd name="connsiteY29" fmla="*/ 592762 h 608556"/>
                  <a:gd name="connsiteX30" fmla="*/ 243854 w 584267"/>
                  <a:gd name="connsiteY30" fmla="*/ 601075 h 608556"/>
                  <a:gd name="connsiteX31" fmla="*/ 64914 w 584267"/>
                  <a:gd name="connsiteY31" fmla="*/ 379959 h 608556"/>
                  <a:gd name="connsiteX32" fmla="*/ 58668 w 584267"/>
                  <a:gd name="connsiteY32" fmla="*/ 368322 h 608556"/>
                  <a:gd name="connsiteX33" fmla="*/ 57523 w 584267"/>
                  <a:gd name="connsiteY33" fmla="*/ 381102 h 608556"/>
                  <a:gd name="connsiteX34" fmla="*/ 225637 w 584267"/>
                  <a:gd name="connsiteY34" fmla="*/ 608556 h 608556"/>
                  <a:gd name="connsiteX35" fmla="*/ 32852 w 584267"/>
                  <a:gd name="connsiteY35" fmla="*/ 465579 h 608556"/>
                  <a:gd name="connsiteX36" fmla="*/ 24108 w 584267"/>
                  <a:gd name="connsiteY36" fmla="*/ 266803 h 608556"/>
                  <a:gd name="connsiteX37" fmla="*/ 32007 w 584267"/>
                  <a:gd name="connsiteY37" fmla="*/ 259919 h 608556"/>
                  <a:gd name="connsiteX38" fmla="*/ 274656 w 584267"/>
                  <a:gd name="connsiteY38" fmla="*/ 196948 h 608556"/>
                  <a:gd name="connsiteX39" fmla="*/ 276946 w 584267"/>
                  <a:gd name="connsiteY39" fmla="*/ 196948 h 608556"/>
                  <a:gd name="connsiteX40" fmla="*/ 323064 w 584267"/>
                  <a:gd name="connsiteY40" fmla="*/ 243106 h 608556"/>
                  <a:gd name="connsiteX41" fmla="*/ 323064 w 584267"/>
                  <a:gd name="connsiteY41" fmla="*/ 270759 h 608556"/>
                  <a:gd name="connsiteX42" fmla="*/ 274656 w 584267"/>
                  <a:gd name="connsiteY42" fmla="*/ 270759 h 608556"/>
                  <a:gd name="connsiteX43" fmla="*/ 253808 w 584267"/>
                  <a:gd name="connsiteY43" fmla="*/ 196948 h 608556"/>
                  <a:gd name="connsiteX44" fmla="*/ 256098 w 584267"/>
                  <a:gd name="connsiteY44" fmla="*/ 196948 h 608556"/>
                  <a:gd name="connsiteX45" fmla="*/ 256098 w 584267"/>
                  <a:gd name="connsiteY45" fmla="*/ 270759 h 608556"/>
                  <a:gd name="connsiteX46" fmla="*/ 207690 w 584267"/>
                  <a:gd name="connsiteY46" fmla="*/ 270759 h 608556"/>
                  <a:gd name="connsiteX47" fmla="*/ 207690 w 584267"/>
                  <a:gd name="connsiteY47" fmla="*/ 243106 h 608556"/>
                  <a:gd name="connsiteX48" fmla="*/ 253808 w 584267"/>
                  <a:gd name="connsiteY48" fmla="*/ 196948 h 608556"/>
                  <a:gd name="connsiteX49" fmla="*/ 267670 w 584267"/>
                  <a:gd name="connsiteY49" fmla="*/ 0 h 608556"/>
                  <a:gd name="connsiteX50" fmla="*/ 312522 w 584267"/>
                  <a:gd name="connsiteY50" fmla="*/ 15795 h 608556"/>
                  <a:gd name="connsiteX51" fmla="*/ 445310 w 584267"/>
                  <a:gd name="connsiteY51" fmla="*/ 125946 h 608556"/>
                  <a:gd name="connsiteX52" fmla="*/ 479860 w 584267"/>
                  <a:gd name="connsiteY52" fmla="*/ 199622 h 608556"/>
                  <a:gd name="connsiteX53" fmla="*/ 479860 w 584267"/>
                  <a:gd name="connsiteY53" fmla="*/ 283378 h 608556"/>
                  <a:gd name="connsiteX54" fmla="*/ 406077 w 584267"/>
                  <a:gd name="connsiteY54" fmla="*/ 296992 h 608556"/>
                  <a:gd name="connsiteX55" fmla="*/ 406077 w 584267"/>
                  <a:gd name="connsiteY55" fmla="*/ 199622 h 608556"/>
                  <a:gd name="connsiteX56" fmla="*/ 398064 w 584267"/>
                  <a:gd name="connsiteY56" fmla="*/ 182580 h 608556"/>
                  <a:gd name="connsiteX57" fmla="*/ 267670 w 584267"/>
                  <a:gd name="connsiteY57" fmla="*/ 74403 h 608556"/>
                  <a:gd name="connsiteX58" fmla="*/ 137276 w 584267"/>
                  <a:gd name="connsiteY58" fmla="*/ 182580 h 608556"/>
                  <a:gd name="connsiteX59" fmla="*/ 129263 w 584267"/>
                  <a:gd name="connsiteY59" fmla="*/ 199622 h 608556"/>
                  <a:gd name="connsiteX60" fmla="*/ 129263 w 584267"/>
                  <a:gd name="connsiteY60" fmla="*/ 307383 h 608556"/>
                  <a:gd name="connsiteX61" fmla="*/ 55480 w 584267"/>
                  <a:gd name="connsiteY61" fmla="*/ 245657 h 608556"/>
                  <a:gd name="connsiteX62" fmla="*/ 55480 w 584267"/>
                  <a:gd name="connsiteY62" fmla="*/ 199622 h 608556"/>
                  <a:gd name="connsiteX63" fmla="*/ 90134 w 584267"/>
                  <a:gd name="connsiteY63" fmla="*/ 125946 h 608556"/>
                  <a:gd name="connsiteX64" fmla="*/ 222818 w 584267"/>
                  <a:gd name="connsiteY64" fmla="*/ 15795 h 608556"/>
                  <a:gd name="connsiteX65" fmla="*/ 267670 w 584267"/>
                  <a:gd name="connsiteY65" fmla="*/ 0 h 6085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584267" h="608556">
                    <a:moveTo>
                      <a:pt x="582177" y="293917"/>
                    </a:moveTo>
                    <a:cubicBezTo>
                      <a:pt x="584155" y="294839"/>
                      <a:pt x="584753" y="297723"/>
                      <a:pt x="583869" y="302971"/>
                    </a:cubicBezTo>
                    <a:cubicBezTo>
                      <a:pt x="573043" y="369172"/>
                      <a:pt x="519229" y="585339"/>
                      <a:pt x="279094" y="594692"/>
                    </a:cubicBezTo>
                    <a:cubicBezTo>
                      <a:pt x="277324" y="594796"/>
                      <a:pt x="275763" y="594484"/>
                      <a:pt x="274201" y="594173"/>
                    </a:cubicBezTo>
                    <a:cubicBezTo>
                      <a:pt x="316982" y="575362"/>
                      <a:pt x="434083" y="514565"/>
                      <a:pt x="481444" y="395362"/>
                    </a:cubicBezTo>
                    <a:cubicBezTo>
                      <a:pt x="484046" y="388918"/>
                      <a:pt x="484567" y="383202"/>
                      <a:pt x="482901" y="382579"/>
                    </a:cubicBezTo>
                    <a:cubicBezTo>
                      <a:pt x="481236" y="382059"/>
                      <a:pt x="477385" y="386632"/>
                      <a:pt x="473950" y="392556"/>
                    </a:cubicBezTo>
                    <a:cubicBezTo>
                      <a:pt x="425444" y="474761"/>
                      <a:pt x="294811" y="562891"/>
                      <a:pt x="261711" y="583988"/>
                    </a:cubicBezTo>
                    <a:cubicBezTo>
                      <a:pt x="260566" y="581494"/>
                      <a:pt x="259837" y="578688"/>
                      <a:pt x="259837" y="575778"/>
                    </a:cubicBezTo>
                    <a:lnTo>
                      <a:pt x="259837" y="464577"/>
                    </a:lnTo>
                    <a:cubicBezTo>
                      <a:pt x="259837" y="453872"/>
                      <a:pt x="261711" y="436724"/>
                      <a:pt x="267019" y="427579"/>
                    </a:cubicBezTo>
                    <a:cubicBezTo>
                      <a:pt x="277220" y="409703"/>
                      <a:pt x="301785" y="380292"/>
                      <a:pt x="360492" y="347971"/>
                    </a:cubicBezTo>
                    <a:cubicBezTo>
                      <a:pt x="443556" y="302348"/>
                      <a:pt x="532448" y="319288"/>
                      <a:pt x="572210" y="296632"/>
                    </a:cubicBezTo>
                    <a:cubicBezTo>
                      <a:pt x="576842" y="294034"/>
                      <a:pt x="580199" y="292994"/>
                      <a:pt x="582177" y="293917"/>
                    </a:cubicBezTo>
                    <a:close/>
                    <a:moveTo>
                      <a:pt x="274656" y="289106"/>
                    </a:moveTo>
                    <a:lnTo>
                      <a:pt x="323064" y="289106"/>
                    </a:lnTo>
                    <a:lnTo>
                      <a:pt x="323064" y="331845"/>
                    </a:lnTo>
                    <a:cubicBezTo>
                      <a:pt x="302660" y="344427"/>
                      <a:pt x="286836" y="356698"/>
                      <a:pt x="274656" y="367928"/>
                    </a:cubicBezTo>
                    <a:close/>
                    <a:moveTo>
                      <a:pt x="207690" y="289106"/>
                    </a:moveTo>
                    <a:lnTo>
                      <a:pt x="256098" y="289106"/>
                    </a:lnTo>
                    <a:lnTo>
                      <a:pt x="256098" y="390148"/>
                    </a:lnTo>
                    <a:cubicBezTo>
                      <a:pt x="254328" y="392642"/>
                      <a:pt x="252767" y="395033"/>
                      <a:pt x="251413" y="397424"/>
                    </a:cubicBezTo>
                    <a:lnTo>
                      <a:pt x="244230" y="397424"/>
                    </a:lnTo>
                    <a:cubicBezTo>
                      <a:pt x="235798" y="384118"/>
                      <a:pt x="224034" y="369461"/>
                      <a:pt x="207690" y="354388"/>
                    </a:cubicBezTo>
                    <a:close/>
                    <a:moveTo>
                      <a:pt x="32007" y="259919"/>
                    </a:moveTo>
                    <a:cubicBezTo>
                      <a:pt x="34960" y="260049"/>
                      <a:pt x="38109" y="262491"/>
                      <a:pt x="41076" y="266907"/>
                    </a:cubicBezTo>
                    <a:cubicBezTo>
                      <a:pt x="52110" y="283325"/>
                      <a:pt x="77822" y="310445"/>
                      <a:pt x="137781" y="344838"/>
                    </a:cubicBezTo>
                    <a:cubicBezTo>
                      <a:pt x="205026" y="383388"/>
                      <a:pt x="230634" y="424328"/>
                      <a:pt x="240315" y="447188"/>
                    </a:cubicBezTo>
                    <a:cubicBezTo>
                      <a:pt x="244374" y="457059"/>
                      <a:pt x="245936" y="474204"/>
                      <a:pt x="245936" y="484802"/>
                    </a:cubicBezTo>
                    <a:lnTo>
                      <a:pt x="245936" y="592762"/>
                    </a:lnTo>
                    <a:cubicBezTo>
                      <a:pt x="245936" y="595879"/>
                      <a:pt x="245103" y="598685"/>
                      <a:pt x="243854" y="601075"/>
                    </a:cubicBezTo>
                    <a:cubicBezTo>
                      <a:pt x="202008" y="562006"/>
                      <a:pt x="87815" y="449889"/>
                      <a:pt x="64914" y="379959"/>
                    </a:cubicBezTo>
                    <a:cubicBezTo>
                      <a:pt x="62728" y="373413"/>
                      <a:pt x="60334" y="368010"/>
                      <a:pt x="58668" y="368322"/>
                    </a:cubicBezTo>
                    <a:cubicBezTo>
                      <a:pt x="56899" y="368529"/>
                      <a:pt x="56274" y="374244"/>
                      <a:pt x="57523" y="381102"/>
                    </a:cubicBezTo>
                    <a:cubicBezTo>
                      <a:pt x="79279" y="494777"/>
                      <a:pt x="177025" y="574890"/>
                      <a:pt x="225637" y="608556"/>
                    </a:cubicBezTo>
                    <a:cubicBezTo>
                      <a:pt x="154540" y="593490"/>
                      <a:pt x="100410" y="549744"/>
                      <a:pt x="32852" y="465579"/>
                    </a:cubicBezTo>
                    <a:cubicBezTo>
                      <a:pt x="-24400" y="394402"/>
                      <a:pt x="7037" y="304003"/>
                      <a:pt x="24108" y="266803"/>
                    </a:cubicBezTo>
                    <a:cubicBezTo>
                      <a:pt x="26294" y="261972"/>
                      <a:pt x="29053" y="259789"/>
                      <a:pt x="32007" y="259919"/>
                    </a:cubicBezTo>
                    <a:close/>
                    <a:moveTo>
                      <a:pt x="274656" y="196948"/>
                    </a:moveTo>
                    <a:lnTo>
                      <a:pt x="276946" y="196948"/>
                    </a:lnTo>
                    <a:cubicBezTo>
                      <a:pt x="302452" y="196948"/>
                      <a:pt x="323064" y="217636"/>
                      <a:pt x="323064" y="243106"/>
                    </a:cubicBezTo>
                    <a:lnTo>
                      <a:pt x="323064" y="270759"/>
                    </a:lnTo>
                    <a:lnTo>
                      <a:pt x="274656" y="270759"/>
                    </a:lnTo>
                    <a:close/>
                    <a:moveTo>
                      <a:pt x="253808" y="196948"/>
                    </a:moveTo>
                    <a:lnTo>
                      <a:pt x="256098" y="196948"/>
                    </a:lnTo>
                    <a:lnTo>
                      <a:pt x="256098" y="270759"/>
                    </a:lnTo>
                    <a:lnTo>
                      <a:pt x="207690" y="270759"/>
                    </a:lnTo>
                    <a:lnTo>
                      <a:pt x="207690" y="243106"/>
                    </a:lnTo>
                    <a:cubicBezTo>
                      <a:pt x="207690" y="217636"/>
                      <a:pt x="228302" y="196948"/>
                      <a:pt x="253808" y="196948"/>
                    </a:cubicBezTo>
                    <a:close/>
                    <a:moveTo>
                      <a:pt x="267670" y="0"/>
                    </a:moveTo>
                    <a:cubicBezTo>
                      <a:pt x="284321" y="0"/>
                      <a:pt x="300243" y="5611"/>
                      <a:pt x="312522" y="15795"/>
                    </a:cubicBezTo>
                    <a:lnTo>
                      <a:pt x="445310" y="125946"/>
                    </a:lnTo>
                    <a:cubicBezTo>
                      <a:pt x="465291" y="142572"/>
                      <a:pt x="479860" y="173539"/>
                      <a:pt x="479860" y="199622"/>
                    </a:cubicBezTo>
                    <a:lnTo>
                      <a:pt x="479860" y="283378"/>
                    </a:lnTo>
                    <a:cubicBezTo>
                      <a:pt x="457070" y="285976"/>
                      <a:pt x="431990" y="289613"/>
                      <a:pt x="406077" y="296992"/>
                    </a:cubicBezTo>
                    <a:lnTo>
                      <a:pt x="406077" y="199622"/>
                    </a:lnTo>
                    <a:cubicBezTo>
                      <a:pt x="406077" y="195258"/>
                      <a:pt x="401499" y="185386"/>
                      <a:pt x="398064" y="182580"/>
                    </a:cubicBezTo>
                    <a:lnTo>
                      <a:pt x="267670" y="74403"/>
                    </a:lnTo>
                    <a:lnTo>
                      <a:pt x="137276" y="182580"/>
                    </a:lnTo>
                    <a:cubicBezTo>
                      <a:pt x="133945" y="185386"/>
                      <a:pt x="129263" y="195258"/>
                      <a:pt x="129263" y="199622"/>
                    </a:cubicBezTo>
                    <a:lnTo>
                      <a:pt x="129263" y="307383"/>
                    </a:lnTo>
                    <a:cubicBezTo>
                      <a:pt x="82849" y="278702"/>
                      <a:pt x="63285" y="256984"/>
                      <a:pt x="55480" y="245657"/>
                    </a:cubicBezTo>
                    <a:lnTo>
                      <a:pt x="55480" y="199622"/>
                    </a:lnTo>
                    <a:cubicBezTo>
                      <a:pt x="55480" y="173539"/>
                      <a:pt x="70049" y="142572"/>
                      <a:pt x="90134" y="125946"/>
                    </a:cubicBezTo>
                    <a:lnTo>
                      <a:pt x="222818" y="15795"/>
                    </a:lnTo>
                    <a:cubicBezTo>
                      <a:pt x="235097" y="5611"/>
                      <a:pt x="251019" y="0"/>
                      <a:pt x="26767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719138" y="4569002"/>
                <a:ext cx="489858" cy="48985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>
                  <a:sym typeface="+mn-ea"/>
                </a:endParaRPr>
              </a:p>
            </p:txBody>
          </p:sp>
          <p:sp>
            <p:nvSpPr>
              <p:cNvPr id="17" name="任意多边形: 形状 159"/>
              <p:cNvSpPr/>
              <p:nvPr/>
            </p:nvSpPr>
            <p:spPr bwMode="auto">
              <a:xfrm>
                <a:off x="884700" y="4720077"/>
                <a:ext cx="158733" cy="179973"/>
              </a:xfrm>
              <a:custGeom>
                <a:avLst/>
                <a:gdLst>
                  <a:gd name="T0" fmla="*/ 2125 w 2288"/>
                  <a:gd name="T1" fmla="*/ 924 h 2598"/>
                  <a:gd name="T2" fmla="*/ 1863 w 2288"/>
                  <a:gd name="T3" fmla="*/ 1258 h 2598"/>
                  <a:gd name="T4" fmla="*/ 1848 w 2288"/>
                  <a:gd name="T5" fmla="*/ 1586 h 2598"/>
                  <a:gd name="T6" fmla="*/ 1899 w 2288"/>
                  <a:gd name="T7" fmla="*/ 1716 h 2598"/>
                  <a:gd name="T8" fmla="*/ 1211 w 2288"/>
                  <a:gd name="T9" fmla="*/ 2079 h 2598"/>
                  <a:gd name="T10" fmla="*/ 1176 w 2288"/>
                  <a:gd name="T11" fmla="*/ 2038 h 2598"/>
                  <a:gd name="T12" fmla="*/ 1200 w 2288"/>
                  <a:gd name="T13" fmla="*/ 965 h 2598"/>
                  <a:gd name="T14" fmla="*/ 1409 w 2288"/>
                  <a:gd name="T15" fmla="*/ 1012 h 2598"/>
                  <a:gd name="T16" fmla="*/ 1522 w 2288"/>
                  <a:gd name="T17" fmla="*/ 978 h 2598"/>
                  <a:gd name="T18" fmla="*/ 1526 w 2288"/>
                  <a:gd name="T19" fmla="*/ 847 h 2598"/>
                  <a:gd name="T20" fmla="*/ 1387 w 2288"/>
                  <a:gd name="T21" fmla="*/ 828 h 2598"/>
                  <a:gd name="T22" fmla="*/ 1193 w 2288"/>
                  <a:gd name="T23" fmla="*/ 584 h 2598"/>
                  <a:gd name="T24" fmla="*/ 1375 w 2288"/>
                  <a:gd name="T25" fmla="*/ 124 h 2598"/>
                  <a:gd name="T26" fmla="*/ 1109 w 2288"/>
                  <a:gd name="T27" fmla="*/ 37 h 2598"/>
                  <a:gd name="T28" fmla="*/ 1013 w 2288"/>
                  <a:gd name="T29" fmla="*/ 570 h 2598"/>
                  <a:gd name="T30" fmla="*/ 1056 w 2288"/>
                  <a:gd name="T31" fmla="*/ 808 h 2598"/>
                  <a:gd name="T32" fmla="*/ 891 w 2288"/>
                  <a:gd name="T33" fmla="*/ 784 h 2598"/>
                  <a:gd name="T34" fmla="*/ 748 w 2288"/>
                  <a:gd name="T35" fmla="*/ 921 h 2598"/>
                  <a:gd name="T36" fmla="*/ 899 w 2288"/>
                  <a:gd name="T37" fmla="*/ 946 h 2598"/>
                  <a:gd name="T38" fmla="*/ 1024 w 2288"/>
                  <a:gd name="T39" fmla="*/ 1479 h 2598"/>
                  <a:gd name="T40" fmla="*/ 1022 w 2288"/>
                  <a:gd name="T41" fmla="*/ 2081 h 2598"/>
                  <a:gd name="T42" fmla="*/ 434 w 2288"/>
                  <a:gd name="T43" fmla="*/ 1569 h 2598"/>
                  <a:gd name="T44" fmla="*/ 395 w 2288"/>
                  <a:gd name="T45" fmla="*/ 1470 h 2598"/>
                  <a:gd name="T46" fmla="*/ 88 w 2288"/>
                  <a:gd name="T47" fmla="*/ 1148 h 2598"/>
                  <a:gd name="T48" fmla="*/ 101 w 2288"/>
                  <a:gd name="T49" fmla="*/ 1658 h 2598"/>
                  <a:gd name="T50" fmla="*/ 906 w 2288"/>
                  <a:gd name="T51" fmla="*/ 2228 h 2598"/>
                  <a:gd name="T52" fmla="*/ 1177 w 2288"/>
                  <a:gd name="T53" fmla="*/ 2500 h 2598"/>
                  <a:gd name="T54" fmla="*/ 1223 w 2288"/>
                  <a:gd name="T55" fmla="*/ 2405 h 2598"/>
                  <a:gd name="T56" fmla="*/ 1273 w 2288"/>
                  <a:gd name="T57" fmla="*/ 2328 h 2598"/>
                  <a:gd name="T58" fmla="*/ 1280 w 2288"/>
                  <a:gd name="T59" fmla="*/ 2234 h 2598"/>
                  <a:gd name="T60" fmla="*/ 2094 w 2288"/>
                  <a:gd name="T61" fmla="*/ 1624 h 2598"/>
                  <a:gd name="T62" fmla="*/ 2274 w 2288"/>
                  <a:gd name="T63" fmla="*/ 1517 h 2598"/>
                  <a:gd name="T64" fmla="*/ 1065 w 2288"/>
                  <a:gd name="T65" fmla="*/ 420 h 2598"/>
                  <a:gd name="T66" fmla="*/ 1131 w 2288"/>
                  <a:gd name="T67" fmla="*/ 148 h 2598"/>
                  <a:gd name="T68" fmla="*/ 1165 w 2288"/>
                  <a:gd name="T69" fmla="*/ 430 h 2598"/>
                  <a:gd name="T70" fmla="*/ 1065 w 2288"/>
                  <a:gd name="T71" fmla="*/ 420 h 2598"/>
                  <a:gd name="T72" fmla="*/ 1040 w 2288"/>
                  <a:gd name="T73" fmla="*/ 2287 h 2598"/>
                  <a:gd name="T74" fmla="*/ 1032 w 2288"/>
                  <a:gd name="T75" fmla="*/ 2241 h 25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2288" h="2598">
                    <a:moveTo>
                      <a:pt x="2281" y="1465"/>
                    </a:moveTo>
                    <a:cubicBezTo>
                      <a:pt x="2220" y="1286"/>
                      <a:pt x="2159" y="1111"/>
                      <a:pt x="2125" y="924"/>
                    </a:cubicBezTo>
                    <a:cubicBezTo>
                      <a:pt x="2112" y="850"/>
                      <a:pt x="2015" y="868"/>
                      <a:pt x="1992" y="924"/>
                    </a:cubicBezTo>
                    <a:cubicBezTo>
                      <a:pt x="1948" y="1035"/>
                      <a:pt x="1904" y="1146"/>
                      <a:pt x="1863" y="1258"/>
                    </a:cubicBezTo>
                    <a:cubicBezTo>
                      <a:pt x="1840" y="1319"/>
                      <a:pt x="1790" y="1411"/>
                      <a:pt x="1809" y="1480"/>
                    </a:cubicBezTo>
                    <a:cubicBezTo>
                      <a:pt x="1783" y="1516"/>
                      <a:pt x="1783" y="1565"/>
                      <a:pt x="1848" y="1586"/>
                    </a:cubicBezTo>
                    <a:cubicBezTo>
                      <a:pt x="1878" y="1596"/>
                      <a:pt x="1908" y="1602"/>
                      <a:pt x="1938" y="1607"/>
                    </a:cubicBezTo>
                    <a:cubicBezTo>
                      <a:pt x="1927" y="1644"/>
                      <a:pt x="1916" y="1681"/>
                      <a:pt x="1899" y="1716"/>
                    </a:cubicBezTo>
                    <a:cubicBezTo>
                      <a:pt x="1861" y="1789"/>
                      <a:pt x="1799" y="1850"/>
                      <a:pt x="1734" y="1899"/>
                    </a:cubicBezTo>
                    <a:cubicBezTo>
                      <a:pt x="1586" y="2012"/>
                      <a:pt x="1393" y="2062"/>
                      <a:pt x="1211" y="2079"/>
                    </a:cubicBezTo>
                    <a:cubicBezTo>
                      <a:pt x="1201" y="2080"/>
                      <a:pt x="1190" y="2080"/>
                      <a:pt x="1180" y="2081"/>
                    </a:cubicBezTo>
                    <a:cubicBezTo>
                      <a:pt x="1178" y="2066"/>
                      <a:pt x="1177" y="2052"/>
                      <a:pt x="1176" y="2038"/>
                    </a:cubicBezTo>
                    <a:cubicBezTo>
                      <a:pt x="1167" y="1852"/>
                      <a:pt x="1173" y="1665"/>
                      <a:pt x="1178" y="1479"/>
                    </a:cubicBezTo>
                    <a:cubicBezTo>
                      <a:pt x="1183" y="1309"/>
                      <a:pt x="1195" y="1137"/>
                      <a:pt x="1200" y="965"/>
                    </a:cubicBezTo>
                    <a:cubicBezTo>
                      <a:pt x="1262" y="972"/>
                      <a:pt x="1326" y="981"/>
                      <a:pt x="1388" y="979"/>
                    </a:cubicBezTo>
                    <a:cubicBezTo>
                      <a:pt x="1391" y="992"/>
                      <a:pt x="1399" y="1003"/>
                      <a:pt x="1409" y="1012"/>
                    </a:cubicBezTo>
                    <a:cubicBezTo>
                      <a:pt x="1434" y="1041"/>
                      <a:pt x="1476" y="1041"/>
                      <a:pt x="1501" y="1012"/>
                    </a:cubicBezTo>
                    <a:cubicBezTo>
                      <a:pt x="1511" y="1003"/>
                      <a:pt x="1519" y="991"/>
                      <a:pt x="1522" y="978"/>
                    </a:cubicBezTo>
                    <a:cubicBezTo>
                      <a:pt x="1528" y="956"/>
                      <a:pt x="1526" y="931"/>
                      <a:pt x="1526" y="908"/>
                    </a:cubicBezTo>
                    <a:lnTo>
                      <a:pt x="1526" y="847"/>
                    </a:lnTo>
                    <a:cubicBezTo>
                      <a:pt x="1526" y="809"/>
                      <a:pt x="1493" y="776"/>
                      <a:pt x="1455" y="776"/>
                    </a:cubicBezTo>
                    <a:cubicBezTo>
                      <a:pt x="1423" y="776"/>
                      <a:pt x="1395" y="799"/>
                      <a:pt x="1387" y="828"/>
                    </a:cubicBezTo>
                    <a:cubicBezTo>
                      <a:pt x="1327" y="813"/>
                      <a:pt x="1264" y="812"/>
                      <a:pt x="1202" y="810"/>
                    </a:cubicBezTo>
                    <a:cubicBezTo>
                      <a:pt x="1202" y="735"/>
                      <a:pt x="1199" y="659"/>
                      <a:pt x="1193" y="584"/>
                    </a:cubicBezTo>
                    <a:cubicBezTo>
                      <a:pt x="1297" y="558"/>
                      <a:pt x="1391" y="480"/>
                      <a:pt x="1431" y="385"/>
                    </a:cubicBezTo>
                    <a:cubicBezTo>
                      <a:pt x="1470" y="292"/>
                      <a:pt x="1441" y="197"/>
                      <a:pt x="1375" y="124"/>
                    </a:cubicBezTo>
                    <a:cubicBezTo>
                      <a:pt x="1315" y="57"/>
                      <a:pt x="1196" y="0"/>
                      <a:pt x="1109" y="37"/>
                    </a:cubicBezTo>
                    <a:cubicBezTo>
                      <a:pt x="1109" y="37"/>
                      <a:pt x="1109" y="37"/>
                      <a:pt x="1109" y="37"/>
                    </a:cubicBezTo>
                    <a:cubicBezTo>
                      <a:pt x="988" y="48"/>
                      <a:pt x="885" y="127"/>
                      <a:pt x="860" y="255"/>
                    </a:cubicBezTo>
                    <a:cubicBezTo>
                      <a:pt x="837" y="376"/>
                      <a:pt x="900" y="516"/>
                      <a:pt x="1013" y="570"/>
                    </a:cubicBezTo>
                    <a:cubicBezTo>
                      <a:pt x="1033" y="580"/>
                      <a:pt x="1055" y="586"/>
                      <a:pt x="1077" y="590"/>
                    </a:cubicBezTo>
                    <a:cubicBezTo>
                      <a:pt x="1068" y="662"/>
                      <a:pt x="1062" y="735"/>
                      <a:pt x="1056" y="808"/>
                    </a:cubicBezTo>
                    <a:cubicBezTo>
                      <a:pt x="1001" y="808"/>
                      <a:pt x="947" y="810"/>
                      <a:pt x="892" y="813"/>
                    </a:cubicBezTo>
                    <a:cubicBezTo>
                      <a:pt x="892" y="803"/>
                      <a:pt x="891" y="793"/>
                      <a:pt x="891" y="784"/>
                    </a:cubicBezTo>
                    <a:cubicBezTo>
                      <a:pt x="896" y="691"/>
                      <a:pt x="748" y="690"/>
                      <a:pt x="747" y="784"/>
                    </a:cubicBezTo>
                    <a:cubicBezTo>
                      <a:pt x="747" y="829"/>
                      <a:pt x="742" y="876"/>
                      <a:pt x="748" y="921"/>
                    </a:cubicBezTo>
                    <a:cubicBezTo>
                      <a:pt x="756" y="983"/>
                      <a:pt x="811" y="1002"/>
                      <a:pt x="851" y="981"/>
                    </a:cubicBezTo>
                    <a:cubicBezTo>
                      <a:pt x="872" y="980"/>
                      <a:pt x="891" y="967"/>
                      <a:pt x="899" y="946"/>
                    </a:cubicBezTo>
                    <a:cubicBezTo>
                      <a:pt x="948" y="949"/>
                      <a:pt x="998" y="951"/>
                      <a:pt x="1047" y="954"/>
                    </a:cubicBezTo>
                    <a:cubicBezTo>
                      <a:pt x="1037" y="1129"/>
                      <a:pt x="1031" y="1305"/>
                      <a:pt x="1024" y="1479"/>
                    </a:cubicBezTo>
                    <a:cubicBezTo>
                      <a:pt x="1017" y="1665"/>
                      <a:pt x="1014" y="1851"/>
                      <a:pt x="1021" y="2038"/>
                    </a:cubicBezTo>
                    <a:cubicBezTo>
                      <a:pt x="1022" y="2051"/>
                      <a:pt x="1022" y="2066"/>
                      <a:pt x="1022" y="2081"/>
                    </a:cubicBezTo>
                    <a:cubicBezTo>
                      <a:pt x="722" y="2061"/>
                      <a:pt x="421" y="1927"/>
                      <a:pt x="289" y="1649"/>
                    </a:cubicBezTo>
                    <a:cubicBezTo>
                      <a:pt x="342" y="1639"/>
                      <a:pt x="422" y="1633"/>
                      <a:pt x="434" y="1569"/>
                    </a:cubicBezTo>
                    <a:cubicBezTo>
                      <a:pt x="439" y="1539"/>
                      <a:pt x="429" y="1506"/>
                      <a:pt x="402" y="1492"/>
                    </a:cubicBezTo>
                    <a:cubicBezTo>
                      <a:pt x="401" y="1485"/>
                      <a:pt x="399" y="1478"/>
                      <a:pt x="395" y="1470"/>
                    </a:cubicBezTo>
                    <a:cubicBezTo>
                      <a:pt x="338" y="1362"/>
                      <a:pt x="258" y="1263"/>
                      <a:pt x="215" y="1148"/>
                    </a:cubicBezTo>
                    <a:cubicBezTo>
                      <a:pt x="192" y="1085"/>
                      <a:pt x="111" y="1085"/>
                      <a:pt x="88" y="1148"/>
                    </a:cubicBezTo>
                    <a:cubicBezTo>
                      <a:pt x="29" y="1306"/>
                      <a:pt x="0" y="1457"/>
                      <a:pt x="39" y="1624"/>
                    </a:cubicBezTo>
                    <a:cubicBezTo>
                      <a:pt x="45" y="1653"/>
                      <a:pt x="75" y="1663"/>
                      <a:pt x="101" y="1658"/>
                    </a:cubicBezTo>
                    <a:cubicBezTo>
                      <a:pt x="125" y="1661"/>
                      <a:pt x="149" y="1661"/>
                      <a:pt x="172" y="1661"/>
                    </a:cubicBezTo>
                    <a:cubicBezTo>
                      <a:pt x="253" y="2008"/>
                      <a:pt x="572" y="2179"/>
                      <a:pt x="906" y="2228"/>
                    </a:cubicBezTo>
                    <a:cubicBezTo>
                      <a:pt x="931" y="2337"/>
                      <a:pt x="982" y="2443"/>
                      <a:pt x="1043" y="2536"/>
                    </a:cubicBezTo>
                    <a:cubicBezTo>
                      <a:pt x="1083" y="2598"/>
                      <a:pt x="1172" y="2572"/>
                      <a:pt x="1177" y="2500"/>
                    </a:cubicBezTo>
                    <a:cubicBezTo>
                      <a:pt x="1177" y="2509"/>
                      <a:pt x="1185" y="2477"/>
                      <a:pt x="1189" y="2468"/>
                    </a:cubicBezTo>
                    <a:cubicBezTo>
                      <a:pt x="1199" y="2446"/>
                      <a:pt x="1211" y="2426"/>
                      <a:pt x="1223" y="2405"/>
                    </a:cubicBezTo>
                    <a:cubicBezTo>
                      <a:pt x="1234" y="2386"/>
                      <a:pt x="1247" y="2368"/>
                      <a:pt x="1259" y="2349"/>
                    </a:cubicBezTo>
                    <a:cubicBezTo>
                      <a:pt x="1264" y="2342"/>
                      <a:pt x="1268" y="2335"/>
                      <a:pt x="1273" y="2328"/>
                    </a:cubicBezTo>
                    <a:cubicBezTo>
                      <a:pt x="1277" y="2322"/>
                      <a:pt x="1293" y="2305"/>
                      <a:pt x="1277" y="2322"/>
                    </a:cubicBezTo>
                    <a:cubicBezTo>
                      <a:pt x="1304" y="2294"/>
                      <a:pt x="1300" y="2258"/>
                      <a:pt x="1280" y="2234"/>
                    </a:cubicBezTo>
                    <a:cubicBezTo>
                      <a:pt x="1483" y="2210"/>
                      <a:pt x="1683" y="2139"/>
                      <a:pt x="1845" y="2015"/>
                    </a:cubicBezTo>
                    <a:cubicBezTo>
                      <a:pt x="1948" y="1936"/>
                      <a:pt x="2086" y="1773"/>
                      <a:pt x="2094" y="1624"/>
                    </a:cubicBezTo>
                    <a:cubicBezTo>
                      <a:pt x="2146" y="1628"/>
                      <a:pt x="2201" y="1630"/>
                      <a:pt x="2245" y="1609"/>
                    </a:cubicBezTo>
                    <a:cubicBezTo>
                      <a:pt x="2278" y="1594"/>
                      <a:pt x="2287" y="1550"/>
                      <a:pt x="2274" y="1517"/>
                    </a:cubicBezTo>
                    <a:cubicBezTo>
                      <a:pt x="2284" y="1503"/>
                      <a:pt x="2288" y="1485"/>
                      <a:pt x="2281" y="1465"/>
                    </a:cubicBezTo>
                    <a:close/>
                    <a:moveTo>
                      <a:pt x="1065" y="420"/>
                    </a:moveTo>
                    <a:cubicBezTo>
                      <a:pt x="1019" y="392"/>
                      <a:pt x="1002" y="323"/>
                      <a:pt x="1010" y="274"/>
                    </a:cubicBezTo>
                    <a:cubicBezTo>
                      <a:pt x="1021" y="207"/>
                      <a:pt x="1073" y="171"/>
                      <a:pt x="1131" y="148"/>
                    </a:cubicBezTo>
                    <a:cubicBezTo>
                      <a:pt x="1208" y="195"/>
                      <a:pt x="1340" y="234"/>
                      <a:pt x="1280" y="343"/>
                    </a:cubicBezTo>
                    <a:cubicBezTo>
                      <a:pt x="1258" y="383"/>
                      <a:pt x="1213" y="417"/>
                      <a:pt x="1165" y="430"/>
                    </a:cubicBezTo>
                    <a:cubicBezTo>
                      <a:pt x="1148" y="418"/>
                      <a:pt x="1121" y="420"/>
                      <a:pt x="1105" y="434"/>
                    </a:cubicBezTo>
                    <a:cubicBezTo>
                      <a:pt x="1091" y="432"/>
                      <a:pt x="1077" y="428"/>
                      <a:pt x="1065" y="420"/>
                    </a:cubicBezTo>
                    <a:close/>
                    <a:moveTo>
                      <a:pt x="1032" y="2241"/>
                    </a:moveTo>
                    <a:cubicBezTo>
                      <a:pt x="1034" y="2257"/>
                      <a:pt x="1037" y="2272"/>
                      <a:pt x="1040" y="2287"/>
                    </a:cubicBezTo>
                    <a:cubicBezTo>
                      <a:pt x="1029" y="2271"/>
                      <a:pt x="1019" y="2255"/>
                      <a:pt x="1010" y="2239"/>
                    </a:cubicBezTo>
                    <a:cubicBezTo>
                      <a:pt x="1017" y="2240"/>
                      <a:pt x="1025" y="2241"/>
                      <a:pt x="1032" y="22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3548834" y="4587784"/>
                <a:ext cx="489858" cy="48985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1" name="任意多边形: 形状 161"/>
              <p:cNvSpPr/>
              <p:nvPr/>
            </p:nvSpPr>
            <p:spPr bwMode="auto">
              <a:xfrm>
                <a:off x="3705502" y="4738859"/>
                <a:ext cx="176520" cy="179973"/>
              </a:xfrm>
              <a:custGeom>
                <a:avLst/>
                <a:gdLst>
                  <a:gd name="T0" fmla="*/ 2828 w 2998"/>
                  <a:gd name="T1" fmla="*/ 429 h 3061"/>
                  <a:gd name="T2" fmla="*/ 2756 w 2998"/>
                  <a:gd name="T3" fmla="*/ 347 h 3061"/>
                  <a:gd name="T4" fmla="*/ 1526 w 2998"/>
                  <a:gd name="T5" fmla="*/ 5 h 3061"/>
                  <a:gd name="T6" fmla="*/ 1472 w 2998"/>
                  <a:gd name="T7" fmla="*/ 5 h 3061"/>
                  <a:gd name="T8" fmla="*/ 242 w 2998"/>
                  <a:gd name="T9" fmla="*/ 347 h 3061"/>
                  <a:gd name="T10" fmla="*/ 170 w 2998"/>
                  <a:gd name="T11" fmla="*/ 429 h 3061"/>
                  <a:gd name="T12" fmla="*/ 418 w 2998"/>
                  <a:gd name="T13" fmla="*/ 2295 h 3061"/>
                  <a:gd name="T14" fmla="*/ 1476 w 2998"/>
                  <a:gd name="T15" fmla="*/ 3058 h 3061"/>
                  <a:gd name="T16" fmla="*/ 1499 w 2998"/>
                  <a:gd name="T17" fmla="*/ 3061 h 3061"/>
                  <a:gd name="T18" fmla="*/ 1522 w 2998"/>
                  <a:gd name="T19" fmla="*/ 3058 h 3061"/>
                  <a:gd name="T20" fmla="*/ 2580 w 2998"/>
                  <a:gd name="T21" fmla="*/ 2295 h 3061"/>
                  <a:gd name="T22" fmla="*/ 2828 w 2998"/>
                  <a:gd name="T23" fmla="*/ 429 h 3061"/>
                  <a:gd name="T24" fmla="*/ 2401 w 2998"/>
                  <a:gd name="T25" fmla="*/ 2171 h 3061"/>
                  <a:gd name="T26" fmla="*/ 1498 w 2998"/>
                  <a:gd name="T27" fmla="*/ 2824 h 3061"/>
                  <a:gd name="T28" fmla="*/ 1498 w 2998"/>
                  <a:gd name="T29" fmla="*/ 1531 h 3061"/>
                  <a:gd name="T30" fmla="*/ 381 w 2998"/>
                  <a:gd name="T31" fmla="*/ 1531 h 3061"/>
                  <a:gd name="T32" fmla="*/ 386 w 2998"/>
                  <a:gd name="T33" fmla="*/ 547 h 3061"/>
                  <a:gd name="T34" fmla="*/ 1498 w 2998"/>
                  <a:gd name="T35" fmla="*/ 238 h 3061"/>
                  <a:gd name="T36" fmla="*/ 1498 w 2998"/>
                  <a:gd name="T37" fmla="*/ 1531 h 3061"/>
                  <a:gd name="T38" fmla="*/ 2614 w 2998"/>
                  <a:gd name="T39" fmla="*/ 1531 h 3061"/>
                  <a:gd name="T40" fmla="*/ 2401 w 2998"/>
                  <a:gd name="T41" fmla="*/ 2171 h 30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998" h="3061">
                    <a:moveTo>
                      <a:pt x="2828" y="429"/>
                    </a:moveTo>
                    <a:cubicBezTo>
                      <a:pt x="2822" y="390"/>
                      <a:pt x="2794" y="357"/>
                      <a:pt x="2756" y="347"/>
                    </a:cubicBezTo>
                    <a:lnTo>
                      <a:pt x="1526" y="5"/>
                    </a:lnTo>
                    <a:cubicBezTo>
                      <a:pt x="1508" y="0"/>
                      <a:pt x="1490" y="0"/>
                      <a:pt x="1472" y="5"/>
                    </a:cubicBezTo>
                    <a:lnTo>
                      <a:pt x="242" y="347"/>
                    </a:lnTo>
                    <a:cubicBezTo>
                      <a:pt x="204" y="357"/>
                      <a:pt x="176" y="390"/>
                      <a:pt x="170" y="429"/>
                    </a:cubicBezTo>
                    <a:cubicBezTo>
                      <a:pt x="163" y="481"/>
                      <a:pt x="0" y="1693"/>
                      <a:pt x="418" y="2295"/>
                    </a:cubicBezTo>
                    <a:cubicBezTo>
                      <a:pt x="835" y="2898"/>
                      <a:pt x="1450" y="3052"/>
                      <a:pt x="1476" y="3058"/>
                    </a:cubicBezTo>
                    <a:cubicBezTo>
                      <a:pt x="1483" y="3060"/>
                      <a:pt x="1491" y="3061"/>
                      <a:pt x="1499" y="3061"/>
                    </a:cubicBezTo>
                    <a:cubicBezTo>
                      <a:pt x="1507" y="3061"/>
                      <a:pt x="1515" y="3060"/>
                      <a:pt x="1522" y="3058"/>
                    </a:cubicBezTo>
                    <a:cubicBezTo>
                      <a:pt x="1548" y="3052"/>
                      <a:pt x="2164" y="2898"/>
                      <a:pt x="2580" y="2295"/>
                    </a:cubicBezTo>
                    <a:cubicBezTo>
                      <a:pt x="2998" y="1693"/>
                      <a:pt x="2835" y="481"/>
                      <a:pt x="2828" y="429"/>
                    </a:cubicBezTo>
                    <a:close/>
                    <a:moveTo>
                      <a:pt x="2401" y="2171"/>
                    </a:moveTo>
                    <a:cubicBezTo>
                      <a:pt x="2039" y="2693"/>
                      <a:pt x="1498" y="2824"/>
                      <a:pt x="1498" y="2824"/>
                    </a:cubicBezTo>
                    <a:lnTo>
                      <a:pt x="1498" y="1531"/>
                    </a:lnTo>
                    <a:lnTo>
                      <a:pt x="381" y="1531"/>
                    </a:lnTo>
                    <a:cubicBezTo>
                      <a:pt x="316" y="1046"/>
                      <a:pt x="386" y="547"/>
                      <a:pt x="386" y="547"/>
                    </a:cubicBezTo>
                    <a:lnTo>
                      <a:pt x="1498" y="238"/>
                    </a:lnTo>
                    <a:lnTo>
                      <a:pt x="1498" y="1531"/>
                    </a:lnTo>
                    <a:lnTo>
                      <a:pt x="2614" y="1531"/>
                    </a:lnTo>
                    <a:cubicBezTo>
                      <a:pt x="2582" y="1767"/>
                      <a:pt x="2519" y="2000"/>
                      <a:pt x="2401" y="217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4" name="椭圆 23"/>
              <p:cNvSpPr/>
              <p:nvPr/>
            </p:nvSpPr>
            <p:spPr>
              <a:xfrm>
                <a:off x="6378530" y="4574832"/>
                <a:ext cx="489858" cy="48985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>
                  <a:sym typeface="+mn-ea"/>
                </a:endParaRPr>
              </a:p>
            </p:txBody>
          </p:sp>
          <p:sp>
            <p:nvSpPr>
              <p:cNvPr id="25" name="任意多边形: 形状 162"/>
              <p:cNvSpPr/>
              <p:nvPr/>
            </p:nvSpPr>
            <p:spPr bwMode="auto">
              <a:xfrm>
                <a:off x="6533472" y="4745772"/>
                <a:ext cx="179973" cy="177806"/>
              </a:xfrm>
              <a:custGeom>
                <a:avLst/>
                <a:gdLst>
                  <a:gd name="T0" fmla="*/ 3860 w 3968"/>
                  <a:gd name="T1" fmla="*/ 426 h 3926"/>
                  <a:gd name="T2" fmla="*/ 3542 w 3968"/>
                  <a:gd name="T3" fmla="*/ 108 h 3926"/>
                  <a:gd name="T4" fmla="*/ 3371 w 3968"/>
                  <a:gd name="T5" fmla="*/ 37 h 3926"/>
                  <a:gd name="T6" fmla="*/ 1949 w 3968"/>
                  <a:gd name="T7" fmla="*/ 27 h 3926"/>
                  <a:gd name="T8" fmla="*/ 1949 w 3968"/>
                  <a:gd name="T9" fmla="*/ 3926 h 3926"/>
                  <a:gd name="T10" fmla="*/ 3595 w 3968"/>
                  <a:gd name="T11" fmla="*/ 932 h 3926"/>
                  <a:gd name="T12" fmla="*/ 3952 w 3968"/>
                  <a:gd name="T13" fmla="*/ 487 h 3926"/>
                  <a:gd name="T14" fmla="*/ 3019 w 3968"/>
                  <a:gd name="T15" fmla="*/ 807 h 3926"/>
                  <a:gd name="T16" fmla="*/ 3342 w 3968"/>
                  <a:gd name="T17" fmla="*/ 349 h 3926"/>
                  <a:gd name="T18" fmla="*/ 2483 w 3968"/>
                  <a:gd name="T19" fmla="*/ 1976 h 3926"/>
                  <a:gd name="T20" fmla="*/ 1416 w 3968"/>
                  <a:gd name="T21" fmla="*/ 1976 h 3926"/>
                  <a:gd name="T22" fmla="*/ 2273 w 3968"/>
                  <a:gd name="T23" fmla="*/ 1553 h 3926"/>
                  <a:gd name="T24" fmla="*/ 1949 w 3968"/>
                  <a:gd name="T25" fmla="*/ 1686 h 3926"/>
                  <a:gd name="T26" fmla="*/ 1949 w 3968"/>
                  <a:gd name="T27" fmla="*/ 2267 h 3926"/>
                  <a:gd name="T28" fmla="*/ 2225 w 3968"/>
                  <a:gd name="T29" fmla="*/ 1885 h 3926"/>
                  <a:gd name="T30" fmla="*/ 2483 w 3968"/>
                  <a:gd name="T31" fmla="*/ 1976 h 3926"/>
                  <a:gd name="T32" fmla="*/ 1949 w 3968"/>
                  <a:gd name="T33" fmla="*/ 1243 h 3926"/>
                  <a:gd name="T34" fmla="*/ 1949 w 3968"/>
                  <a:gd name="T35" fmla="*/ 2710 h 3926"/>
                  <a:gd name="T36" fmla="*/ 2551 w 3968"/>
                  <a:gd name="T37" fmla="*/ 1558 h 3926"/>
                  <a:gd name="T38" fmla="*/ 3116 w 3968"/>
                  <a:gd name="T39" fmla="*/ 1976 h 3926"/>
                  <a:gd name="T40" fmla="*/ 783 w 3968"/>
                  <a:gd name="T41" fmla="*/ 1976 h 3926"/>
                  <a:gd name="T42" fmla="*/ 2723 w 3968"/>
                  <a:gd name="T43" fmla="*/ 1104 h 3926"/>
                  <a:gd name="T44" fmla="*/ 3699 w 3968"/>
                  <a:gd name="T45" fmla="*/ 1976 h 3926"/>
                  <a:gd name="T46" fmla="*/ 200 w 3968"/>
                  <a:gd name="T47" fmla="*/ 1976 h 3926"/>
                  <a:gd name="T48" fmla="*/ 2900 w 3968"/>
                  <a:gd name="T49" fmla="*/ 509 h 3926"/>
                  <a:gd name="T50" fmla="*/ 2819 w 3968"/>
                  <a:gd name="T51" fmla="*/ 630 h 3926"/>
                  <a:gd name="T52" fmla="*/ 1949 w 3968"/>
                  <a:gd name="T53" fmla="*/ 609 h 3926"/>
                  <a:gd name="T54" fmla="*/ 1949 w 3968"/>
                  <a:gd name="T55" fmla="*/ 3343 h 3926"/>
                  <a:gd name="T56" fmla="*/ 3036 w 3968"/>
                  <a:gd name="T57" fmla="*/ 1148 h 3926"/>
                  <a:gd name="T58" fmla="*/ 3408 w 3968"/>
                  <a:gd name="T59" fmla="*/ 1119 h 3926"/>
                  <a:gd name="T60" fmla="*/ 3699 w 3968"/>
                  <a:gd name="T61" fmla="*/ 1976 h 3926"/>
                  <a:gd name="T62" fmla="*/ 3161 w 3968"/>
                  <a:gd name="T63" fmla="*/ 948 h 3926"/>
                  <a:gd name="T64" fmla="*/ 3619 w 3968"/>
                  <a:gd name="T65" fmla="*/ 626 h 3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968" h="3926">
                    <a:moveTo>
                      <a:pt x="3952" y="487"/>
                    </a:moveTo>
                    <a:cubicBezTo>
                      <a:pt x="3937" y="450"/>
                      <a:pt x="3900" y="426"/>
                      <a:pt x="3860" y="426"/>
                    </a:cubicBezTo>
                    <a:lnTo>
                      <a:pt x="3542" y="426"/>
                    </a:lnTo>
                    <a:lnTo>
                      <a:pt x="3542" y="108"/>
                    </a:lnTo>
                    <a:cubicBezTo>
                      <a:pt x="3542" y="67"/>
                      <a:pt x="3518" y="31"/>
                      <a:pt x="3480" y="15"/>
                    </a:cubicBezTo>
                    <a:cubicBezTo>
                      <a:pt x="3443" y="0"/>
                      <a:pt x="3400" y="8"/>
                      <a:pt x="3371" y="37"/>
                    </a:cubicBezTo>
                    <a:lnTo>
                      <a:pt x="3044" y="364"/>
                    </a:lnTo>
                    <a:cubicBezTo>
                      <a:pt x="2732" y="151"/>
                      <a:pt x="2355" y="27"/>
                      <a:pt x="1949" y="27"/>
                    </a:cubicBezTo>
                    <a:cubicBezTo>
                      <a:pt x="874" y="27"/>
                      <a:pt x="0" y="901"/>
                      <a:pt x="0" y="1976"/>
                    </a:cubicBezTo>
                    <a:cubicBezTo>
                      <a:pt x="0" y="3052"/>
                      <a:pt x="874" y="3926"/>
                      <a:pt x="1949" y="3926"/>
                    </a:cubicBezTo>
                    <a:cubicBezTo>
                      <a:pt x="3024" y="3926"/>
                      <a:pt x="3899" y="3052"/>
                      <a:pt x="3899" y="1976"/>
                    </a:cubicBezTo>
                    <a:cubicBezTo>
                      <a:pt x="3899" y="1593"/>
                      <a:pt x="3787" y="1234"/>
                      <a:pt x="3595" y="932"/>
                    </a:cubicBezTo>
                    <a:lnTo>
                      <a:pt x="3931" y="596"/>
                    </a:lnTo>
                    <a:cubicBezTo>
                      <a:pt x="3959" y="568"/>
                      <a:pt x="3968" y="525"/>
                      <a:pt x="3952" y="487"/>
                    </a:cubicBezTo>
                    <a:close/>
                    <a:moveTo>
                      <a:pt x="3342" y="484"/>
                    </a:moveTo>
                    <a:lnTo>
                      <a:pt x="3019" y="807"/>
                    </a:lnTo>
                    <a:lnTo>
                      <a:pt x="3019" y="672"/>
                    </a:lnTo>
                    <a:lnTo>
                      <a:pt x="3342" y="349"/>
                    </a:lnTo>
                    <a:lnTo>
                      <a:pt x="3342" y="484"/>
                    </a:lnTo>
                    <a:close/>
                    <a:moveTo>
                      <a:pt x="2483" y="1976"/>
                    </a:moveTo>
                    <a:cubicBezTo>
                      <a:pt x="2483" y="2271"/>
                      <a:pt x="2243" y="2510"/>
                      <a:pt x="1949" y="2510"/>
                    </a:cubicBezTo>
                    <a:cubicBezTo>
                      <a:pt x="1655" y="2510"/>
                      <a:pt x="1416" y="2271"/>
                      <a:pt x="1416" y="1976"/>
                    </a:cubicBezTo>
                    <a:cubicBezTo>
                      <a:pt x="1416" y="1682"/>
                      <a:pt x="1655" y="1443"/>
                      <a:pt x="1949" y="1443"/>
                    </a:cubicBezTo>
                    <a:cubicBezTo>
                      <a:pt x="2071" y="1443"/>
                      <a:pt x="2184" y="1484"/>
                      <a:pt x="2273" y="1553"/>
                    </a:cubicBezTo>
                    <a:lnTo>
                      <a:pt x="2099" y="1728"/>
                    </a:lnTo>
                    <a:cubicBezTo>
                      <a:pt x="2055" y="1702"/>
                      <a:pt x="2004" y="1686"/>
                      <a:pt x="1949" y="1686"/>
                    </a:cubicBezTo>
                    <a:cubicBezTo>
                      <a:pt x="1790" y="1686"/>
                      <a:pt x="1659" y="1817"/>
                      <a:pt x="1659" y="1976"/>
                    </a:cubicBezTo>
                    <a:cubicBezTo>
                      <a:pt x="1659" y="2136"/>
                      <a:pt x="1790" y="2267"/>
                      <a:pt x="1949" y="2267"/>
                    </a:cubicBezTo>
                    <a:cubicBezTo>
                      <a:pt x="2109" y="2267"/>
                      <a:pt x="2239" y="2136"/>
                      <a:pt x="2239" y="1976"/>
                    </a:cubicBezTo>
                    <a:cubicBezTo>
                      <a:pt x="2239" y="1944"/>
                      <a:pt x="2234" y="1914"/>
                      <a:pt x="2225" y="1885"/>
                    </a:cubicBezTo>
                    <a:lnTo>
                      <a:pt x="2407" y="1703"/>
                    </a:lnTo>
                    <a:cubicBezTo>
                      <a:pt x="2455" y="1783"/>
                      <a:pt x="2483" y="1876"/>
                      <a:pt x="2483" y="1976"/>
                    </a:cubicBezTo>
                    <a:close/>
                    <a:moveTo>
                      <a:pt x="2416" y="1411"/>
                    </a:moveTo>
                    <a:cubicBezTo>
                      <a:pt x="2289" y="1306"/>
                      <a:pt x="2126" y="1243"/>
                      <a:pt x="1949" y="1243"/>
                    </a:cubicBezTo>
                    <a:cubicBezTo>
                      <a:pt x="1545" y="1243"/>
                      <a:pt x="1216" y="1572"/>
                      <a:pt x="1216" y="1976"/>
                    </a:cubicBezTo>
                    <a:cubicBezTo>
                      <a:pt x="1216" y="2381"/>
                      <a:pt x="1545" y="2710"/>
                      <a:pt x="1949" y="2710"/>
                    </a:cubicBezTo>
                    <a:cubicBezTo>
                      <a:pt x="2354" y="2710"/>
                      <a:pt x="2683" y="2381"/>
                      <a:pt x="2683" y="1976"/>
                    </a:cubicBezTo>
                    <a:cubicBezTo>
                      <a:pt x="2683" y="1821"/>
                      <a:pt x="2634" y="1677"/>
                      <a:pt x="2551" y="1558"/>
                    </a:cubicBezTo>
                    <a:lnTo>
                      <a:pt x="2861" y="1249"/>
                    </a:lnTo>
                    <a:cubicBezTo>
                      <a:pt x="3020" y="1448"/>
                      <a:pt x="3116" y="1701"/>
                      <a:pt x="3116" y="1976"/>
                    </a:cubicBezTo>
                    <a:cubicBezTo>
                      <a:pt x="3116" y="2620"/>
                      <a:pt x="2593" y="3143"/>
                      <a:pt x="1949" y="3143"/>
                    </a:cubicBezTo>
                    <a:cubicBezTo>
                      <a:pt x="1306" y="3143"/>
                      <a:pt x="783" y="2620"/>
                      <a:pt x="783" y="1976"/>
                    </a:cubicBezTo>
                    <a:cubicBezTo>
                      <a:pt x="783" y="1333"/>
                      <a:pt x="1306" y="809"/>
                      <a:pt x="1949" y="809"/>
                    </a:cubicBezTo>
                    <a:cubicBezTo>
                      <a:pt x="2246" y="809"/>
                      <a:pt x="2517" y="921"/>
                      <a:pt x="2723" y="1104"/>
                    </a:cubicBezTo>
                    <a:lnTo>
                      <a:pt x="2416" y="1411"/>
                    </a:lnTo>
                    <a:close/>
                    <a:moveTo>
                      <a:pt x="3699" y="1976"/>
                    </a:moveTo>
                    <a:cubicBezTo>
                      <a:pt x="3699" y="2941"/>
                      <a:pt x="2914" y="3726"/>
                      <a:pt x="1949" y="3726"/>
                    </a:cubicBezTo>
                    <a:cubicBezTo>
                      <a:pt x="985" y="3726"/>
                      <a:pt x="200" y="2941"/>
                      <a:pt x="200" y="1976"/>
                    </a:cubicBezTo>
                    <a:cubicBezTo>
                      <a:pt x="200" y="1012"/>
                      <a:pt x="985" y="227"/>
                      <a:pt x="1949" y="227"/>
                    </a:cubicBezTo>
                    <a:cubicBezTo>
                      <a:pt x="2300" y="227"/>
                      <a:pt x="2626" y="331"/>
                      <a:pt x="2900" y="509"/>
                    </a:cubicBezTo>
                    <a:lnTo>
                      <a:pt x="2849" y="560"/>
                    </a:lnTo>
                    <a:cubicBezTo>
                      <a:pt x="2830" y="578"/>
                      <a:pt x="2819" y="604"/>
                      <a:pt x="2819" y="630"/>
                    </a:cubicBezTo>
                    <a:lnTo>
                      <a:pt x="2819" y="923"/>
                    </a:lnTo>
                    <a:cubicBezTo>
                      <a:pt x="2583" y="727"/>
                      <a:pt x="2280" y="609"/>
                      <a:pt x="1949" y="609"/>
                    </a:cubicBezTo>
                    <a:cubicBezTo>
                      <a:pt x="1196" y="609"/>
                      <a:pt x="583" y="1223"/>
                      <a:pt x="583" y="1976"/>
                    </a:cubicBezTo>
                    <a:cubicBezTo>
                      <a:pt x="583" y="2730"/>
                      <a:pt x="1196" y="3343"/>
                      <a:pt x="1949" y="3343"/>
                    </a:cubicBezTo>
                    <a:cubicBezTo>
                      <a:pt x="2703" y="3343"/>
                      <a:pt x="3316" y="2730"/>
                      <a:pt x="3316" y="1976"/>
                    </a:cubicBezTo>
                    <a:cubicBezTo>
                      <a:pt x="3316" y="1665"/>
                      <a:pt x="3212" y="1378"/>
                      <a:pt x="3036" y="1148"/>
                    </a:cubicBezTo>
                    <a:lnTo>
                      <a:pt x="3337" y="1148"/>
                    </a:lnTo>
                    <a:cubicBezTo>
                      <a:pt x="3364" y="1148"/>
                      <a:pt x="3389" y="1138"/>
                      <a:pt x="3408" y="1119"/>
                    </a:cubicBezTo>
                    <a:lnTo>
                      <a:pt x="3450" y="1078"/>
                    </a:lnTo>
                    <a:cubicBezTo>
                      <a:pt x="3608" y="1341"/>
                      <a:pt x="3699" y="1648"/>
                      <a:pt x="3699" y="1976"/>
                    </a:cubicBezTo>
                    <a:close/>
                    <a:moveTo>
                      <a:pt x="3296" y="948"/>
                    </a:moveTo>
                    <a:lnTo>
                      <a:pt x="3161" y="948"/>
                    </a:lnTo>
                    <a:lnTo>
                      <a:pt x="3483" y="626"/>
                    </a:lnTo>
                    <a:lnTo>
                      <a:pt x="3619" y="626"/>
                    </a:lnTo>
                    <a:lnTo>
                      <a:pt x="3296" y="9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28" name="椭圆 27"/>
              <p:cNvSpPr/>
              <p:nvPr/>
            </p:nvSpPr>
            <p:spPr>
              <a:xfrm>
                <a:off x="9208227" y="4584423"/>
                <a:ext cx="489858" cy="48985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numCol="1" spcCol="0" rtlCol="0" fromWordArt="0" anchor="ctr" anchorCtr="0" forceAA="0" compatLnSpc="1">
                <a:noAutofit/>
              </a:bodyPr>
              <a:lstStyle/>
              <a:p>
                <a:pPr lvl="0" algn="ctr"/>
                <a:endParaRPr>
                  <a:sym typeface="+mn-ea"/>
                </a:endParaRPr>
              </a:p>
            </p:txBody>
          </p:sp>
          <p:sp>
            <p:nvSpPr>
              <p:cNvPr id="29" name="任意多边形: 形状 164"/>
              <p:cNvSpPr/>
              <p:nvPr/>
            </p:nvSpPr>
            <p:spPr bwMode="auto">
              <a:xfrm>
                <a:off x="9376339" y="4735498"/>
                <a:ext cx="153634" cy="179973"/>
              </a:xfrm>
              <a:custGeom>
                <a:avLst/>
                <a:gdLst>
                  <a:gd name="T0" fmla="*/ 4616 w 5568"/>
                  <a:gd name="T1" fmla="*/ 2260 h 6532"/>
                  <a:gd name="T2" fmla="*/ 964 w 5568"/>
                  <a:gd name="T3" fmla="*/ 2260 h 6532"/>
                  <a:gd name="T4" fmla="*/ 2784 w 5568"/>
                  <a:gd name="T5" fmla="*/ 545 h 6532"/>
                  <a:gd name="T6" fmla="*/ 4434 w 5568"/>
                  <a:gd name="T7" fmla="*/ 1589 h 6532"/>
                  <a:gd name="T8" fmla="*/ 4796 w 5568"/>
                  <a:gd name="T9" fmla="*/ 1718 h 6532"/>
                  <a:gd name="T10" fmla="*/ 4926 w 5568"/>
                  <a:gd name="T11" fmla="*/ 1356 h 6532"/>
                  <a:gd name="T12" fmla="*/ 2784 w 5568"/>
                  <a:gd name="T13" fmla="*/ 0 h 6532"/>
                  <a:gd name="T14" fmla="*/ 416 w 5568"/>
                  <a:gd name="T15" fmla="*/ 2425 h 6532"/>
                  <a:gd name="T16" fmla="*/ 0 w 5568"/>
                  <a:gd name="T17" fmla="*/ 3210 h 6532"/>
                  <a:gd name="T18" fmla="*/ 0 w 5568"/>
                  <a:gd name="T19" fmla="*/ 5581 h 6532"/>
                  <a:gd name="T20" fmla="*/ 951 w 5568"/>
                  <a:gd name="T21" fmla="*/ 6532 h 6532"/>
                  <a:gd name="T22" fmla="*/ 4615 w 5568"/>
                  <a:gd name="T23" fmla="*/ 6532 h 6532"/>
                  <a:gd name="T24" fmla="*/ 5566 w 5568"/>
                  <a:gd name="T25" fmla="*/ 5581 h 6532"/>
                  <a:gd name="T26" fmla="*/ 5566 w 5568"/>
                  <a:gd name="T27" fmla="*/ 3210 h 6532"/>
                  <a:gd name="T28" fmla="*/ 4616 w 5568"/>
                  <a:gd name="T29" fmla="*/ 2260 h 6532"/>
                  <a:gd name="T30" fmla="*/ 5023 w 5568"/>
                  <a:gd name="T31" fmla="*/ 5582 h 6532"/>
                  <a:gd name="T32" fmla="*/ 4616 w 5568"/>
                  <a:gd name="T33" fmla="*/ 5989 h 6532"/>
                  <a:gd name="T34" fmla="*/ 952 w 5568"/>
                  <a:gd name="T35" fmla="*/ 5989 h 6532"/>
                  <a:gd name="T36" fmla="*/ 546 w 5568"/>
                  <a:gd name="T37" fmla="*/ 5582 h 6532"/>
                  <a:gd name="T38" fmla="*/ 546 w 5568"/>
                  <a:gd name="T39" fmla="*/ 3210 h 6532"/>
                  <a:gd name="T40" fmla="*/ 952 w 5568"/>
                  <a:gd name="T41" fmla="*/ 2804 h 6532"/>
                  <a:gd name="T42" fmla="*/ 4616 w 5568"/>
                  <a:gd name="T43" fmla="*/ 2804 h 6532"/>
                  <a:gd name="T44" fmla="*/ 5023 w 5568"/>
                  <a:gd name="T45" fmla="*/ 3210 h 6532"/>
                  <a:gd name="T46" fmla="*/ 5023 w 5568"/>
                  <a:gd name="T47" fmla="*/ 5582 h 6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568" h="6532">
                    <a:moveTo>
                      <a:pt x="4616" y="2260"/>
                    </a:moveTo>
                    <a:lnTo>
                      <a:pt x="964" y="2260"/>
                    </a:lnTo>
                    <a:cubicBezTo>
                      <a:pt x="1020" y="1305"/>
                      <a:pt x="1815" y="545"/>
                      <a:pt x="2784" y="545"/>
                    </a:cubicBezTo>
                    <a:cubicBezTo>
                      <a:pt x="3486" y="545"/>
                      <a:pt x="4134" y="954"/>
                      <a:pt x="4434" y="1589"/>
                    </a:cubicBezTo>
                    <a:cubicBezTo>
                      <a:pt x="4498" y="1725"/>
                      <a:pt x="4660" y="1782"/>
                      <a:pt x="4796" y="1718"/>
                    </a:cubicBezTo>
                    <a:cubicBezTo>
                      <a:pt x="4932" y="1654"/>
                      <a:pt x="4990" y="1492"/>
                      <a:pt x="4926" y="1356"/>
                    </a:cubicBezTo>
                    <a:cubicBezTo>
                      <a:pt x="4535" y="532"/>
                      <a:pt x="3707" y="0"/>
                      <a:pt x="2784" y="0"/>
                    </a:cubicBezTo>
                    <a:cubicBezTo>
                      <a:pt x="819" y="0"/>
                      <a:pt x="383" y="1845"/>
                      <a:pt x="416" y="2425"/>
                    </a:cubicBezTo>
                    <a:cubicBezTo>
                      <a:pt x="416" y="2425"/>
                      <a:pt x="0" y="2640"/>
                      <a:pt x="0" y="3210"/>
                    </a:cubicBezTo>
                    <a:lnTo>
                      <a:pt x="0" y="5581"/>
                    </a:lnTo>
                    <a:cubicBezTo>
                      <a:pt x="0" y="6105"/>
                      <a:pt x="427" y="6532"/>
                      <a:pt x="951" y="6532"/>
                    </a:cubicBezTo>
                    <a:lnTo>
                      <a:pt x="4615" y="6532"/>
                    </a:lnTo>
                    <a:cubicBezTo>
                      <a:pt x="5139" y="6532"/>
                      <a:pt x="5566" y="6105"/>
                      <a:pt x="5566" y="5581"/>
                    </a:cubicBezTo>
                    <a:lnTo>
                      <a:pt x="5566" y="3210"/>
                    </a:lnTo>
                    <a:cubicBezTo>
                      <a:pt x="5568" y="2686"/>
                      <a:pt x="5142" y="2260"/>
                      <a:pt x="4616" y="2260"/>
                    </a:cubicBezTo>
                    <a:close/>
                    <a:moveTo>
                      <a:pt x="5023" y="5582"/>
                    </a:moveTo>
                    <a:cubicBezTo>
                      <a:pt x="5023" y="5806"/>
                      <a:pt x="4840" y="5989"/>
                      <a:pt x="4616" y="5989"/>
                    </a:cubicBezTo>
                    <a:lnTo>
                      <a:pt x="952" y="5989"/>
                    </a:lnTo>
                    <a:cubicBezTo>
                      <a:pt x="728" y="5989"/>
                      <a:pt x="546" y="5806"/>
                      <a:pt x="546" y="5582"/>
                    </a:cubicBezTo>
                    <a:lnTo>
                      <a:pt x="546" y="3210"/>
                    </a:lnTo>
                    <a:cubicBezTo>
                      <a:pt x="546" y="2986"/>
                      <a:pt x="728" y="2804"/>
                      <a:pt x="952" y="2804"/>
                    </a:cubicBezTo>
                    <a:lnTo>
                      <a:pt x="4616" y="2804"/>
                    </a:lnTo>
                    <a:cubicBezTo>
                      <a:pt x="4840" y="2804"/>
                      <a:pt x="5023" y="2986"/>
                      <a:pt x="5023" y="3210"/>
                    </a:cubicBezTo>
                    <a:lnTo>
                      <a:pt x="5023" y="558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" name="箭头: 五边形 3"/>
              <p:cNvSpPr/>
              <p:nvPr/>
            </p:nvSpPr>
            <p:spPr>
              <a:xfrm>
                <a:off x="719138" y="3501008"/>
                <a:ext cx="9288000" cy="152456"/>
              </a:xfrm>
              <a:prstGeom prst="homePlate">
                <a:avLst/>
              </a:prstGeom>
              <a:solidFill>
                <a:schemeClr val="bg1">
                  <a:lumMod val="85000"/>
                </a:scheme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69370" y="3379932"/>
                <a:ext cx="389394" cy="38939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1" forceAA="0" compatLnSpc="1">
                <a:normAutofit fontScale="62500"/>
              </a:bodyPr>
              <a:lstStyle/>
              <a:p>
                <a:pPr lvl="0" algn="ctr">
                  <a:lnSpc>
                    <a:spcPct val="120000"/>
                  </a:lnSpc>
                </a:pPr>
                <a:r>
                  <a:rPr lang="en-US">
                    <a:solidFill>
                      <a:schemeClr val="tx2">
                        <a:lumMod val="50000"/>
                      </a:schemeClr>
                    </a:solidFill>
                    <a:latin typeface="Impact" panose="020B0806030902050204" pitchFamily="34" charset="0"/>
                    <a:sym typeface="+mn-ea"/>
                  </a:rPr>
                  <a:t>1</a:t>
                </a: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3599066" y="3379932"/>
                <a:ext cx="389394" cy="38939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1" forceAA="0" compatLnSpc="1">
                <a:normAutofit fontScale="62500"/>
              </a:bodyPr>
              <a:lstStyle/>
              <a:p>
                <a:pPr lvl="0" algn="ctr">
                  <a:lnSpc>
                    <a:spcPct val="120000"/>
                  </a:lnSpc>
                </a:pPr>
                <a:r>
                  <a:rPr lang="en-US">
                    <a:solidFill>
                      <a:schemeClr val="tx2">
                        <a:lumMod val="50000"/>
                      </a:schemeClr>
                    </a:solidFill>
                    <a:latin typeface="Impact" panose="020B0806030902050204" pitchFamily="34" charset="0"/>
                    <a:sym typeface="+mn-ea"/>
                  </a:rPr>
                  <a:t>3</a:t>
                </a: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6428762" y="3379932"/>
                <a:ext cx="389394" cy="38939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1" forceAA="0" compatLnSpc="1">
                <a:normAutofit fontScale="62500"/>
              </a:bodyPr>
              <a:lstStyle/>
              <a:p>
                <a:pPr lvl="0" algn="ctr">
                  <a:lnSpc>
                    <a:spcPct val="120000"/>
                  </a:lnSpc>
                </a:pPr>
                <a:r>
                  <a:rPr lang="en-US">
                    <a:solidFill>
                      <a:schemeClr val="tx2">
                        <a:lumMod val="50000"/>
                      </a:schemeClr>
                    </a:solidFill>
                    <a:latin typeface="Impact" panose="020B0806030902050204" pitchFamily="34" charset="0"/>
                    <a:sym typeface="+mn-ea"/>
                  </a:rPr>
                  <a:t>5</a:t>
                </a: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9258459" y="3379932"/>
                <a:ext cx="389394" cy="38939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 anchorCtr="1">
                <a:normAutofit fontScale="625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>
                    <a:solidFill>
                      <a:schemeClr val="tx2">
                        <a:lumMod val="50000"/>
                      </a:schemeClr>
                    </a:solidFill>
                    <a:latin typeface="Impact" panose="020B0806030902050204" pitchFamily="34" charset="0"/>
                  </a:rPr>
                  <a:t>7</a:t>
                </a:r>
                <a:endParaRPr lang="en-US" dirty="0">
                  <a:solidFill>
                    <a:schemeClr val="tx2">
                      <a:lumMod val="50000"/>
                    </a:schemeClr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2184218" y="3379933"/>
                <a:ext cx="389394" cy="38939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1" forceAA="0" compatLnSpc="1">
                <a:normAutofit fontScale="62500"/>
              </a:bodyPr>
              <a:lstStyle/>
              <a:p>
                <a:pPr lvl="0" algn="ctr">
                  <a:lnSpc>
                    <a:spcPct val="120000"/>
                  </a:lnSpc>
                </a:pPr>
                <a:r>
                  <a:rPr lang="en-US">
                    <a:solidFill>
                      <a:schemeClr val="tx2">
                        <a:lumMod val="50000"/>
                      </a:schemeClr>
                    </a:solidFill>
                    <a:latin typeface="Impact" panose="020B0806030902050204" pitchFamily="34" charset="0"/>
                    <a:sym typeface="+mn-ea"/>
                  </a:rPr>
                  <a:t>2</a:t>
                </a: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5013914" y="3379933"/>
                <a:ext cx="389394" cy="38939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1" forceAA="0" compatLnSpc="1">
                <a:normAutofit fontScale="62500"/>
              </a:bodyPr>
              <a:lstStyle/>
              <a:p>
                <a:pPr lvl="0" algn="ctr">
                  <a:lnSpc>
                    <a:spcPct val="120000"/>
                  </a:lnSpc>
                </a:pPr>
                <a:r>
                  <a:rPr lang="en-US">
                    <a:solidFill>
                      <a:schemeClr val="tx2">
                        <a:lumMod val="50000"/>
                      </a:schemeClr>
                    </a:solidFill>
                    <a:latin typeface="Impact" panose="020B0806030902050204" pitchFamily="34" charset="0"/>
                    <a:sym typeface="+mn-ea"/>
                  </a:rPr>
                  <a:t>4</a:t>
                </a: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7843610" y="3379933"/>
                <a:ext cx="389394" cy="389394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Overflow="overflow" horzOverflow="overflow" vert="horz" wrap="square" lIns="0" tIns="0" rIns="0" bIns="0" numCol="1" spcCol="0" rtlCol="0" fromWordArt="0" anchor="ctr" anchorCtr="1" forceAA="0" compatLnSpc="1">
                <a:normAutofit fontScale="62500"/>
              </a:bodyPr>
              <a:lstStyle/>
              <a:p>
                <a:pPr lvl="0" algn="ctr">
                  <a:lnSpc>
                    <a:spcPct val="120000"/>
                  </a:lnSpc>
                </a:pPr>
                <a:r>
                  <a:rPr lang="en-US">
                    <a:solidFill>
                      <a:schemeClr val="tx2">
                        <a:lumMod val="50000"/>
                      </a:schemeClr>
                    </a:solidFill>
                    <a:latin typeface="Impact" panose="020B0806030902050204" pitchFamily="34" charset="0"/>
                    <a:sym typeface="+mn-ea"/>
                  </a:rPr>
                  <a:t>6</a:t>
                </a:r>
              </a:p>
            </p:txBody>
          </p:sp>
          <p:cxnSp>
            <p:nvCxnSpPr>
              <p:cNvPr id="40" name="直接连接符 39"/>
              <p:cNvCxnSpPr>
                <a:stCxn id="33" idx="4"/>
                <a:endCxn id="16" idx="0"/>
              </p:cNvCxnSpPr>
              <p:nvPr/>
            </p:nvCxnSpPr>
            <p:spPr>
              <a:xfrm>
                <a:off x="964067" y="3769326"/>
                <a:ext cx="0" cy="799676"/>
              </a:xfrm>
              <a:prstGeom prst="line">
                <a:avLst/>
              </a:prstGeom>
              <a:ln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34" idx="4"/>
                <a:endCxn id="20" idx="0"/>
              </p:cNvCxnSpPr>
              <p:nvPr/>
            </p:nvCxnSpPr>
            <p:spPr>
              <a:xfrm>
                <a:off x="3793763" y="3769326"/>
                <a:ext cx="0" cy="818458"/>
              </a:xfrm>
              <a:prstGeom prst="line">
                <a:avLst/>
              </a:prstGeom>
              <a:ln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>
                <a:stCxn id="35" idx="4"/>
                <a:endCxn id="24" idx="0"/>
              </p:cNvCxnSpPr>
              <p:nvPr/>
            </p:nvCxnSpPr>
            <p:spPr>
              <a:xfrm>
                <a:off x="6623459" y="3769326"/>
                <a:ext cx="0" cy="805506"/>
              </a:xfrm>
              <a:prstGeom prst="line">
                <a:avLst/>
              </a:prstGeom>
              <a:ln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/>
              <p:cNvCxnSpPr>
                <a:stCxn id="36" idx="4"/>
                <a:endCxn id="28" idx="0"/>
              </p:cNvCxnSpPr>
              <p:nvPr/>
            </p:nvCxnSpPr>
            <p:spPr>
              <a:xfrm>
                <a:off x="9453156" y="3769326"/>
                <a:ext cx="0" cy="815097"/>
              </a:xfrm>
              <a:prstGeom prst="line">
                <a:avLst/>
              </a:prstGeom>
              <a:ln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>
                <a:stCxn id="11" idx="4"/>
                <a:endCxn id="38" idx="0"/>
              </p:cNvCxnSpPr>
              <p:nvPr/>
            </p:nvCxnSpPr>
            <p:spPr>
              <a:xfrm flipH="1">
                <a:off x="5208611" y="2561474"/>
                <a:ext cx="1" cy="818459"/>
              </a:xfrm>
              <a:prstGeom prst="line">
                <a:avLst/>
              </a:prstGeom>
              <a:ln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>
                <a:stCxn id="13" idx="4"/>
                <a:endCxn id="39" idx="0"/>
              </p:cNvCxnSpPr>
              <p:nvPr/>
            </p:nvCxnSpPr>
            <p:spPr>
              <a:xfrm>
                <a:off x="8038307" y="2561474"/>
                <a:ext cx="0" cy="818459"/>
              </a:xfrm>
              <a:prstGeom prst="line">
                <a:avLst/>
              </a:prstGeom>
              <a:ln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 flipH="1">
                <a:off x="2374131" y="2561474"/>
                <a:ext cx="1" cy="818459"/>
              </a:xfrm>
              <a:prstGeom prst="line">
                <a:avLst/>
              </a:prstGeom>
              <a:ln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iṩḷiďê"/>
            <p:cNvSpPr/>
            <p:nvPr/>
          </p:nvSpPr>
          <p:spPr>
            <a:xfrm>
              <a:off x="69" y="1780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18" name="iSḻïḋè"/>
            <p:cNvSpPr/>
            <p:nvPr/>
          </p:nvSpPr>
          <p:spPr>
            <a:xfrm>
              <a:off x="71" y="2582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19" name="iṩḷiďê"/>
            <p:cNvSpPr/>
            <p:nvPr/>
          </p:nvSpPr>
          <p:spPr>
            <a:xfrm>
              <a:off x="4752" y="1780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22" name="iSḻïḋè"/>
            <p:cNvSpPr/>
            <p:nvPr/>
          </p:nvSpPr>
          <p:spPr>
            <a:xfrm>
              <a:off x="4754" y="2582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23" name="iṩḷiďê"/>
            <p:cNvSpPr/>
            <p:nvPr/>
          </p:nvSpPr>
          <p:spPr>
            <a:xfrm>
              <a:off x="9211" y="1780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26" name="iSḻïḋè"/>
            <p:cNvSpPr/>
            <p:nvPr/>
          </p:nvSpPr>
          <p:spPr>
            <a:xfrm>
              <a:off x="9211" y="2582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27" name="iṩḷiďê"/>
            <p:cNvSpPr/>
            <p:nvPr/>
          </p:nvSpPr>
          <p:spPr>
            <a:xfrm>
              <a:off x="13666" y="1780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30" name="iSḻïḋè"/>
            <p:cNvSpPr/>
            <p:nvPr/>
          </p:nvSpPr>
          <p:spPr>
            <a:xfrm>
              <a:off x="13666" y="2582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31" name="iṩḷiďê"/>
            <p:cNvSpPr/>
            <p:nvPr/>
          </p:nvSpPr>
          <p:spPr>
            <a:xfrm>
              <a:off x="2523" y="5202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44" name="iSḻïḋè"/>
            <p:cNvSpPr/>
            <p:nvPr/>
          </p:nvSpPr>
          <p:spPr>
            <a:xfrm>
              <a:off x="2525" y="6004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48" name="iṩḷiďê"/>
            <p:cNvSpPr/>
            <p:nvPr/>
          </p:nvSpPr>
          <p:spPr>
            <a:xfrm>
              <a:off x="6981" y="5202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49" name="iSḻïḋè"/>
            <p:cNvSpPr/>
            <p:nvPr/>
          </p:nvSpPr>
          <p:spPr>
            <a:xfrm>
              <a:off x="6983" y="6004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  <p:sp>
          <p:nvSpPr>
            <p:cNvPr id="50" name="iṩḷiďê"/>
            <p:cNvSpPr/>
            <p:nvPr/>
          </p:nvSpPr>
          <p:spPr>
            <a:xfrm>
              <a:off x="11438" y="5202"/>
              <a:ext cx="3267" cy="595"/>
            </a:xfrm>
            <a:prstGeom prst="rect">
              <a:avLst/>
            </a:prstGeom>
          </p:spPr>
          <p:txBody>
            <a:bodyPr wrap="none" lIns="90000" tIns="46800" rIns="90000" bIns="46800" anchor="ctr" anchorCtr="1"/>
            <a:lstStyle/>
            <a:p>
              <a:pPr algn="ctr"/>
              <a:r>
                <a:rPr lang="en-US" altLang="zh-CN" sz="1600" b="1" dirty="0">
                  <a:effectLst/>
                </a:rPr>
                <a:t>Text here</a:t>
              </a:r>
            </a:p>
          </p:txBody>
        </p:sp>
        <p:sp>
          <p:nvSpPr>
            <p:cNvPr id="51" name="iSḻïḋè"/>
            <p:cNvSpPr/>
            <p:nvPr/>
          </p:nvSpPr>
          <p:spPr>
            <a:xfrm>
              <a:off x="11438" y="6004"/>
              <a:ext cx="3267" cy="884"/>
            </a:xfrm>
            <a:prstGeom prst="rect">
              <a:avLst/>
            </a:prstGeom>
          </p:spPr>
          <p:txBody>
            <a:bodyPr wrap="square" lIns="90000" tIns="46800" rIns="90000" bIns="4680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/>
                <a:t>Copy paste fonts. Choose the only option to retain text.</a:t>
              </a:r>
            </a:p>
          </p:txBody>
        </p:sp>
      </p:grpSp>
      <p:sp>
        <p:nvSpPr>
          <p:cNvPr id="53" name="文本框 37"/>
          <p:cNvSpPr txBox="1"/>
          <p:nvPr/>
        </p:nvSpPr>
        <p:spPr>
          <a:xfrm>
            <a:off x="196716" y="181655"/>
            <a:ext cx="3259160" cy="464185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3930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Text here</a:t>
            </a:r>
          </a:p>
        </p:txBody>
      </p:sp>
      <p:sp>
        <p:nvSpPr>
          <p:cNvPr id="54" name="文本框 38"/>
          <p:cNvSpPr txBox="1"/>
          <p:nvPr/>
        </p:nvSpPr>
        <p:spPr>
          <a:xfrm>
            <a:off x="395536" y="649707"/>
            <a:ext cx="2592288" cy="279400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algn="dist" defTabSz="963930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ADD RELATED TITLE WORDS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comb dir="vert"/>
      </p:transition>
    </mc:Choice>
    <mc:Fallback xmlns="">
      <p:transition>
        <p:comb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37"/>
          <p:cNvSpPr txBox="1"/>
          <p:nvPr/>
        </p:nvSpPr>
        <p:spPr>
          <a:xfrm>
            <a:off x="196716" y="181655"/>
            <a:ext cx="3259160" cy="464185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defTabSz="963930"/>
            <a:r>
              <a: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Text here</a:t>
            </a:r>
          </a:p>
        </p:txBody>
      </p:sp>
      <p:sp>
        <p:nvSpPr>
          <p:cNvPr id="54" name="文本框 38"/>
          <p:cNvSpPr txBox="1"/>
          <p:nvPr/>
        </p:nvSpPr>
        <p:spPr>
          <a:xfrm>
            <a:off x="395536" y="649707"/>
            <a:ext cx="2592288" cy="279400"/>
          </a:xfrm>
          <a:prstGeom prst="rect">
            <a:avLst/>
          </a:prstGeom>
          <a:noFill/>
        </p:spPr>
        <p:txBody>
          <a:bodyPr wrap="square" lIns="96434" tIns="48217" rIns="96434" bIns="48217" rtlCol="0">
            <a:spAutoFit/>
          </a:bodyPr>
          <a:lstStyle/>
          <a:p>
            <a:pPr algn="dist" defTabSz="963930"/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  <a:sym typeface="+mn-lt"/>
              </a:rPr>
              <a:t>ADD RELATED TITLE WORDS</a:t>
            </a:r>
          </a:p>
        </p:txBody>
      </p:sp>
      <p:graphicFrame>
        <p:nvGraphicFramePr>
          <p:cNvPr id="2" name="Table 4410"/>
          <p:cNvGraphicFramePr/>
          <p:nvPr/>
        </p:nvGraphicFramePr>
        <p:xfrm>
          <a:off x="864235" y="1291590"/>
          <a:ext cx="7415530" cy="33794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8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5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vl="0" algn="ctr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chemeClr val="bg1"/>
                          </a:solidFill>
                        </a:rPr>
                        <a:t>Regular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chemeClr val="bg1"/>
                          </a:solidFill>
                        </a:rPr>
                        <a:t>Professional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chemeClr val="bg1"/>
                          </a:solidFill>
                        </a:rPr>
                        <a:t>Promotion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 err="1">
                          <a:solidFill>
                            <a:schemeClr val="bg1"/>
                          </a:solidFill>
                        </a:rPr>
                        <a:t>SoHo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 b="0">
                          <a:solidFill>
                            <a:srgbClr val="000000"/>
                          </a:solidFill>
                        </a:defRPr>
                      </a:pPr>
                      <a:r>
                        <a:rPr sz="2000" dirty="0">
                          <a:solidFill>
                            <a:schemeClr val="bg1"/>
                          </a:solidFill>
                        </a:rPr>
                        <a:t>Advance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First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First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First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First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First Service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Second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Second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Second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Second Service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Third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Third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Third Service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Fourth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Fourth Service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Fifth Service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Fifth Service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Sixth Service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835"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-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1200" dirty="0"/>
                        <a:t>Seventh Service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lvl="0" algn="ctr" defTabSz="914400"/>
                      <a:r>
                        <a:rPr sz="2300" dirty="0"/>
                        <a:t>15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2300" dirty="0"/>
                        <a:t>29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2300" dirty="0"/>
                        <a:t>39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2300" dirty="0"/>
                        <a:t>49</a:t>
                      </a:r>
                    </a:p>
                  </a:txBody>
                  <a:tcPr marL="25400" marR="25400" marT="25400" marB="25400" anchor="ctr" horzOverflow="overflow"/>
                </a:tc>
                <a:tc>
                  <a:txBody>
                    <a:bodyPr/>
                    <a:lstStyle/>
                    <a:p>
                      <a:pPr lvl="0" algn="ctr" defTabSz="914400"/>
                      <a:r>
                        <a:rPr sz="2300" dirty="0"/>
                        <a:t>199</a:t>
                      </a:r>
                    </a:p>
                  </a:txBody>
                  <a:tcPr marL="25400" marR="25400" marT="25400" marB="2540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 advClick="0" advTm="0">
    <p:comb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8800" y="-78105"/>
            <a:ext cx="6248400" cy="85344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3459027"/>
            <a:ext cx="9144000" cy="1685108"/>
          </a:xfrm>
          <a:prstGeom prst="rect">
            <a:avLst/>
          </a:prstGeom>
          <a:solidFill>
            <a:srgbClr val="111D33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" name="矩形 3"/>
          <p:cNvSpPr/>
          <p:nvPr/>
        </p:nvSpPr>
        <p:spPr>
          <a:xfrm>
            <a:off x="-1" y="2464741"/>
            <a:ext cx="5584371" cy="1606732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350" dirty="0"/>
          </a:p>
        </p:txBody>
      </p:sp>
      <p:sp>
        <p:nvSpPr>
          <p:cNvPr id="9" name="文本框 8"/>
          <p:cNvSpPr txBox="1"/>
          <p:nvPr/>
        </p:nvSpPr>
        <p:spPr>
          <a:xfrm>
            <a:off x="140431" y="2741311"/>
            <a:ext cx="5050155" cy="15684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960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THANKS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:comb dir="vert"/>
      </p:transition>
    </mc:Choice>
    <mc:Fallback xmlns="">
      <p:transition>
        <p:comb dir="vert"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</Words>
  <Application>Microsoft Office PowerPoint</Application>
  <PresentationFormat>自定义</PresentationFormat>
  <Paragraphs>128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Adobe Gothic Std B</vt:lpstr>
      <vt:lpstr>Adobe 仿宋 Std R</vt:lpstr>
      <vt:lpstr>Kozuka Gothic Pr6N H</vt:lpstr>
      <vt:lpstr>博洋行书 7000</vt:lpstr>
      <vt:lpstr>宋体</vt:lpstr>
      <vt:lpstr>微软雅黑</vt:lpstr>
      <vt:lpstr>Arial</vt:lpstr>
      <vt:lpstr>Calibri</vt:lpstr>
      <vt:lpstr>Impact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手绘</dc:title>
  <dc:creator>第一PPT</dc:creator>
  <cp:keywords>www.1ppt.com</cp:keywords>
  <dc:description>第一PPT，www.1ppt.com</dc:description>
  <cp:lastModifiedBy>HD9148</cp:lastModifiedBy>
  <cp:revision>320</cp:revision>
  <dcterms:created xsi:type="dcterms:W3CDTF">2017-03-25T02:22:00Z</dcterms:created>
  <dcterms:modified xsi:type="dcterms:W3CDTF">2019-01-23T08:36:02Z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2052-11.1.0.8236</vt:lpwstr>
  </property>
</Properties>
</file>